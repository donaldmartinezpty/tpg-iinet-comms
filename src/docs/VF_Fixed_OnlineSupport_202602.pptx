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4" r:id="rId5"/>
    <p:sldMasterId id="2147483722" r:id="rId6"/>
  </p:sldMasterIdLst>
  <p:notesMasterIdLst>
    <p:notesMasterId r:id="rId11"/>
  </p:notesMasterIdLst>
  <p:sldIdLst>
    <p:sldId id="2147483408" r:id="rId7"/>
    <p:sldId id="2147483393" r:id="rId8"/>
    <p:sldId id="2147483409" r:id="rId9"/>
    <p:sldId id="214748341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5B01F8D-AC6A-F050-9BFC-C26DE2EE409A}" name="Rachel Onate" initials="RO" userId="S::rachel.onate@tpgtelecom.com.au::6354e4ab-e9de-4ba0-9aac-01488bce7900" providerId="AD"/>
  <p188:author id="{8C04329D-584F-480E-008B-EC93F44A6428}" name="Janelle Ogrin" initials="JO" userId="S::janelle.ogrin@tpgtelecom.com.au::93670917-c907-467e-b393-683e945285b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D1D1"/>
    <a:srgbClr val="519AD0"/>
    <a:srgbClr val="D2E9F5"/>
    <a:srgbClr val="F0F2F5"/>
    <a:srgbClr val="6C6C6C"/>
    <a:srgbClr val="002244"/>
    <a:srgbClr val="5C7F9C"/>
    <a:srgbClr val="F5F5F5"/>
    <a:srgbClr val="E5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B72EC2-7E70-0B8D-8514-90DE5483EC6D}" v="31" dt="2026-02-19T02:34:06.038"/>
    <p1510:client id="{1D74C653-BA7A-8841-8CCE-1C0382AE0F20}" v="146" dt="2026-02-19T04:49:23.766"/>
    <p1510:client id="{35B55613-0621-CFEB-32EA-4E8AA38A93F5}" v="135" dt="2026-02-19T11:49:45.633"/>
    <p1510:client id="{40861E84-EAA3-2C17-16D3-231BB31677D8}" v="158" dt="2026-02-19T02:17:00.584"/>
    <p1510:client id="{4B8F1B06-964B-AEDC-CDFB-1B2B07C13F61}" v="8" dt="2026-02-19T04:04:41.319"/>
    <p1510:client id="{BC58DBEC-2164-4D1D-BBDF-2C545D666BAE}" v="342" dt="2026-02-19T05:08:04.826"/>
    <p1510:client id="{D6FB8204-0C7E-2C48-15C0-4343598A0139}" v="182" dt="2026-02-19T02:22:16.206"/>
    <p1510:client id="{D77A99A1-7B6E-71BD-1E9D-49AECC24E352}" v="2" dt="2026-02-19T21:54:24.013"/>
    <p1510:client id="{E53F144D-8A61-4617-82B9-68A1481A1A71}" v="696" dt="2026-02-19T01:49:33.865"/>
    <p1510:client id="{EACCA219-E3F9-1E6F-AA3B-8DD157BE9897}" v="317" dt="2026-02-19T02:15:51.734"/>
    <p1510:client id="{FB61D6FB-1B59-4221-B470-52719F066F84}" v="100" dt="2026-02-19T01:54:25.4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39" autoAdjust="0"/>
    <p:restoredTop sz="94660"/>
  </p:normalViewPr>
  <p:slideViewPr>
    <p:cSldViewPr snapToGrid="0">
      <p:cViewPr varScale="1">
        <p:scale>
          <a:sx n="155" d="100"/>
          <a:sy n="155" d="100"/>
        </p:scale>
        <p:origin x="125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Anne" userId="S::divya.anne@tpgtelecom.com.au::6f26dd74-f6ea-4f92-a8e8-d6d6181d6066" providerId="AD" clId="Web-{1AB72EC2-7E70-0B8D-8514-90DE5483EC6D}"/>
    <pc:docChg chg="modSld">
      <pc:chgData name="Divya Anne" userId="S::divya.anne@tpgtelecom.com.au::6f26dd74-f6ea-4f92-a8e8-d6d6181d6066" providerId="AD" clId="Web-{1AB72EC2-7E70-0B8D-8514-90DE5483EC6D}" dt="2026-02-19T02:34:06.038" v="21" actId="20577"/>
      <pc:docMkLst>
        <pc:docMk/>
      </pc:docMkLst>
      <pc:sldChg chg="modSp">
        <pc:chgData name="Divya Anne" userId="S::divya.anne@tpgtelecom.com.au::6f26dd74-f6ea-4f92-a8e8-d6d6181d6066" providerId="AD" clId="Web-{1AB72EC2-7E70-0B8D-8514-90DE5483EC6D}" dt="2026-02-19T02:27:52.833" v="16" actId="14100"/>
        <pc:sldMkLst>
          <pc:docMk/>
          <pc:sldMk cId="4148317295" sldId="2147483393"/>
        </pc:sldMkLst>
        <pc:spChg chg="mod">
          <ac:chgData name="Divya Anne" userId="S::divya.anne@tpgtelecom.com.au::6f26dd74-f6ea-4f92-a8e8-d6d6181d6066" providerId="AD" clId="Web-{1AB72EC2-7E70-0B8D-8514-90DE5483EC6D}" dt="2026-02-19T02:27:52.833" v="16" actId="14100"/>
          <ac:spMkLst>
            <pc:docMk/>
            <pc:sldMk cId="4148317295" sldId="2147483393"/>
            <ac:spMk id="90" creationId="{48163B41-A3DC-989C-772A-332845715E33}"/>
          </ac:spMkLst>
        </pc:spChg>
      </pc:sldChg>
      <pc:sldChg chg="modSp">
        <pc:chgData name="Divya Anne" userId="S::divya.anne@tpgtelecom.com.au::6f26dd74-f6ea-4f92-a8e8-d6d6181d6066" providerId="AD" clId="Web-{1AB72EC2-7E70-0B8D-8514-90DE5483EC6D}" dt="2026-02-19T02:34:06.038" v="21" actId="20577"/>
        <pc:sldMkLst>
          <pc:docMk/>
          <pc:sldMk cId="2162968429" sldId="2147483409"/>
        </pc:sldMkLst>
        <pc:spChg chg="mod">
          <ac:chgData name="Divya Anne" userId="S::divya.anne@tpgtelecom.com.au::6f26dd74-f6ea-4f92-a8e8-d6d6181d6066" providerId="AD" clId="Web-{1AB72EC2-7E70-0B8D-8514-90DE5483EC6D}" dt="2026-02-19T02:34:06.038" v="21" actId="20577"/>
          <ac:spMkLst>
            <pc:docMk/>
            <pc:sldMk cId="2162968429" sldId="2147483409"/>
            <ac:spMk id="3" creationId="{539F5F19-0C41-BD3F-DB48-DBDA6CFAB001}"/>
          </ac:spMkLst>
        </pc:spChg>
      </pc:sldChg>
    </pc:docChg>
  </pc:docChgLst>
  <pc:docChgLst>
    <pc:chgData name="Divya Anne" userId="S::divya.anne@tpgtelecom.com.au::6f26dd74-f6ea-4f92-a8e8-d6d6181d6066" providerId="AD" clId="Web-{E53F144D-8A61-4617-82B9-68A1481A1A71}"/>
    <pc:docChg chg="addSld modSld">
      <pc:chgData name="Divya Anne" userId="S::divya.anne@tpgtelecom.com.au::6f26dd74-f6ea-4f92-a8e8-d6d6181d6066" providerId="AD" clId="Web-{E53F144D-8A61-4617-82B9-68A1481A1A71}" dt="2026-02-19T01:49:33.865" v="646" actId="20577"/>
      <pc:docMkLst>
        <pc:docMk/>
      </pc:docMkLst>
      <pc:sldChg chg="addSp delSp modSp new">
        <pc:chgData name="Divya Anne" userId="S::divya.anne@tpgtelecom.com.au::6f26dd74-f6ea-4f92-a8e8-d6d6181d6066" providerId="AD" clId="Web-{E53F144D-8A61-4617-82B9-68A1481A1A71}" dt="2026-02-19T01:49:33.865" v="646" actId="20577"/>
        <pc:sldMkLst>
          <pc:docMk/>
          <pc:sldMk cId="2162968429" sldId="2147483409"/>
        </pc:sldMkLst>
        <pc:spChg chg="mod">
          <ac:chgData name="Divya Anne" userId="S::divya.anne@tpgtelecom.com.au::6f26dd74-f6ea-4f92-a8e8-d6d6181d6066" providerId="AD" clId="Web-{E53F144D-8A61-4617-82B9-68A1481A1A71}" dt="2026-02-19T01:44:54.866" v="402" actId="20577"/>
          <ac:spMkLst>
            <pc:docMk/>
            <pc:sldMk cId="2162968429" sldId="2147483409"/>
            <ac:spMk id="2" creationId="{BB3B13E3-CF70-566F-2EEE-DD8F1AEA22EF}"/>
          </ac:spMkLst>
        </pc:spChg>
        <pc:spChg chg="mod">
          <ac:chgData name="Divya Anne" userId="S::divya.anne@tpgtelecom.com.au::6f26dd74-f6ea-4f92-a8e8-d6d6181d6066" providerId="AD" clId="Web-{E53F144D-8A61-4617-82B9-68A1481A1A71}" dt="2026-02-19T01:49:33.865" v="646" actId="20577"/>
          <ac:spMkLst>
            <pc:docMk/>
            <pc:sldMk cId="2162968429" sldId="2147483409"/>
            <ac:spMk id="3" creationId="{539F5F19-0C41-BD3F-DB48-DBDA6CFAB001}"/>
          </ac:spMkLst>
        </pc:spChg>
        <pc:spChg chg="mod">
          <ac:chgData name="Divya Anne" userId="S::divya.anne@tpgtelecom.com.au::6f26dd74-f6ea-4f92-a8e8-d6d6181d6066" providerId="AD" clId="Web-{E53F144D-8A61-4617-82B9-68A1481A1A71}" dt="2026-02-19T01:48:21.287" v="618" actId="14100"/>
          <ac:spMkLst>
            <pc:docMk/>
            <pc:sldMk cId="2162968429" sldId="2147483409"/>
            <ac:spMk id="4" creationId="{247BF26C-DA49-427C-4A38-A78FDCD19C91}"/>
          </ac:spMkLst>
        </pc:spChg>
        <pc:graphicFrameChg chg="add mod modGraphic">
          <ac:chgData name="Divya Anne" userId="S::divya.anne@tpgtelecom.com.au::6f26dd74-f6ea-4f92-a8e8-d6d6181d6066" providerId="AD" clId="Web-{E53F144D-8A61-4617-82B9-68A1481A1A71}" dt="2026-02-19T01:49:05.990" v="630"/>
          <ac:graphicFrameMkLst>
            <pc:docMk/>
            <pc:sldMk cId="2162968429" sldId="2147483409"/>
            <ac:graphicFrameMk id="8" creationId="{496AB232-61C1-6001-3CDD-A0219AD5FE83}"/>
          </ac:graphicFrameMkLst>
        </pc:graphicFrameChg>
        <pc:graphicFrameChg chg="add del mod">
          <ac:chgData name="Divya Anne" userId="S::divya.anne@tpgtelecom.com.au::6f26dd74-f6ea-4f92-a8e8-d6d6181d6066" providerId="AD" clId="Web-{E53F144D-8A61-4617-82B9-68A1481A1A71}" dt="2026-02-19T01:45:59.319" v="435"/>
          <ac:graphicFrameMkLst>
            <pc:docMk/>
            <pc:sldMk cId="2162968429" sldId="2147483409"/>
            <ac:graphicFrameMk id="10" creationId="{44369674-DB03-985B-FB09-9410ABC6376B}"/>
          </ac:graphicFrameMkLst>
        </pc:graphicFrameChg>
        <pc:graphicFrameChg chg="add del mod">
          <ac:chgData name="Divya Anne" userId="S::divya.anne@tpgtelecom.com.au::6f26dd74-f6ea-4f92-a8e8-d6d6181d6066" providerId="AD" clId="Web-{E53F144D-8A61-4617-82B9-68A1481A1A71}" dt="2026-02-19T01:46:26.647" v="444"/>
          <ac:graphicFrameMkLst>
            <pc:docMk/>
            <pc:sldMk cId="2162968429" sldId="2147483409"/>
            <ac:graphicFrameMk id="12" creationId="{A5397AA4-8287-EE17-CABC-2B37DFA16B01}"/>
          </ac:graphicFrameMkLst>
        </pc:graphicFrameChg>
      </pc:sldChg>
    </pc:docChg>
  </pc:docChgLst>
  <pc:docChgLst>
    <pc:chgData name="Divya Anne" userId="S::divya.anne@tpgtelecom.com.au::6f26dd74-f6ea-4f92-a8e8-d6d6181d6066" providerId="AD" clId="Web-{35B55613-0621-CFEB-32EA-4E8AA38A93F5}"/>
    <pc:docChg chg="modSld">
      <pc:chgData name="Divya Anne" userId="S::divya.anne@tpgtelecom.com.au::6f26dd74-f6ea-4f92-a8e8-d6d6181d6066" providerId="AD" clId="Web-{35B55613-0621-CFEB-32EA-4E8AA38A93F5}" dt="2026-02-19T11:49:45.633" v="61"/>
      <pc:docMkLst>
        <pc:docMk/>
      </pc:docMkLst>
      <pc:sldChg chg="modSp">
        <pc:chgData name="Divya Anne" userId="S::divya.anne@tpgtelecom.com.au::6f26dd74-f6ea-4f92-a8e8-d6d6181d6066" providerId="AD" clId="Web-{35B55613-0621-CFEB-32EA-4E8AA38A93F5}" dt="2026-02-19T11:22:53.108" v="24" actId="20577"/>
        <pc:sldMkLst>
          <pc:docMk/>
          <pc:sldMk cId="4148317295" sldId="2147483393"/>
        </pc:sldMkLst>
        <pc:spChg chg="mod">
          <ac:chgData name="Divya Anne" userId="S::divya.anne@tpgtelecom.com.au::6f26dd74-f6ea-4f92-a8e8-d6d6181d6066" providerId="AD" clId="Web-{35B55613-0621-CFEB-32EA-4E8AA38A93F5}" dt="2026-02-19T11:22:53.108" v="24" actId="20577"/>
          <ac:spMkLst>
            <pc:docMk/>
            <pc:sldMk cId="4148317295" sldId="2147483393"/>
            <ac:spMk id="90" creationId="{48163B41-A3DC-989C-772A-332845715E33}"/>
          </ac:spMkLst>
        </pc:spChg>
      </pc:sldChg>
      <pc:sldChg chg="modSp">
        <pc:chgData name="Divya Anne" userId="S::divya.anne@tpgtelecom.com.au::6f26dd74-f6ea-4f92-a8e8-d6d6181d6066" providerId="AD" clId="Web-{35B55613-0621-CFEB-32EA-4E8AA38A93F5}" dt="2026-02-19T11:49:45.633" v="61"/>
        <pc:sldMkLst>
          <pc:docMk/>
          <pc:sldMk cId="3153707125" sldId="2147483408"/>
        </pc:sldMkLst>
        <pc:graphicFrameChg chg="modGraphic">
          <ac:chgData name="Divya Anne" userId="S::divya.anne@tpgtelecom.com.au::6f26dd74-f6ea-4f92-a8e8-d6d6181d6066" providerId="AD" clId="Web-{35B55613-0621-CFEB-32EA-4E8AA38A93F5}" dt="2026-02-19T11:31:30.061" v="39"/>
          <ac:graphicFrameMkLst>
            <pc:docMk/>
            <pc:sldMk cId="3153707125" sldId="2147483408"/>
            <ac:graphicFrameMk id="5" creationId="{50BC6BDF-1EE6-39CC-CD18-3BB23C1858FE}"/>
          </ac:graphicFrameMkLst>
        </pc:graphicFrameChg>
        <pc:graphicFrameChg chg="mod modGraphic">
          <ac:chgData name="Divya Anne" userId="S::divya.anne@tpgtelecom.com.au::6f26dd74-f6ea-4f92-a8e8-d6d6181d6066" providerId="AD" clId="Web-{35B55613-0621-CFEB-32EA-4E8AA38A93F5}" dt="2026-02-19T11:49:45.633" v="61"/>
          <ac:graphicFrameMkLst>
            <pc:docMk/>
            <pc:sldMk cId="3153707125" sldId="2147483408"/>
            <ac:graphicFrameMk id="20" creationId="{7DE8CE1D-D4D4-FB36-ADA2-A8538AE0FC44}"/>
          </ac:graphicFrameMkLst>
        </pc:graphicFrameChg>
      </pc:sldChg>
      <pc:sldChg chg="modSp">
        <pc:chgData name="Divya Anne" userId="S::divya.anne@tpgtelecom.com.au::6f26dd74-f6ea-4f92-a8e8-d6d6181d6066" providerId="AD" clId="Web-{35B55613-0621-CFEB-32EA-4E8AA38A93F5}" dt="2026-02-19T11:25:08.748" v="31"/>
        <pc:sldMkLst>
          <pc:docMk/>
          <pc:sldMk cId="2162968429" sldId="2147483409"/>
        </pc:sldMkLst>
        <pc:graphicFrameChg chg="mod modGraphic">
          <ac:chgData name="Divya Anne" userId="S::divya.anne@tpgtelecom.com.au::6f26dd74-f6ea-4f92-a8e8-d6d6181d6066" providerId="AD" clId="Web-{35B55613-0621-CFEB-32EA-4E8AA38A93F5}" dt="2026-02-19T11:25:08.748" v="31"/>
          <ac:graphicFrameMkLst>
            <pc:docMk/>
            <pc:sldMk cId="2162968429" sldId="2147483409"/>
            <ac:graphicFrameMk id="8" creationId="{496AB232-61C1-6001-3CDD-A0219AD5FE83}"/>
          </ac:graphicFrameMkLst>
        </pc:graphicFrameChg>
      </pc:sldChg>
    </pc:docChg>
  </pc:docChgLst>
  <pc:docChgLst>
    <pc:chgData name="Divya Anne" userId="S::divya.anne@tpgtelecom.com.au::6f26dd74-f6ea-4f92-a8e8-d6d6181d6066" providerId="AD" clId="Web-{EACCA219-E3F9-1E6F-AA3B-8DD157BE9897}"/>
    <pc:docChg chg="modSld">
      <pc:chgData name="Divya Anne" userId="S::divya.anne@tpgtelecom.com.au::6f26dd74-f6ea-4f92-a8e8-d6d6181d6066" providerId="AD" clId="Web-{EACCA219-E3F9-1E6F-AA3B-8DD157BE9897}" dt="2026-02-19T02:15:26.545" v="256"/>
      <pc:docMkLst>
        <pc:docMk/>
      </pc:docMkLst>
      <pc:sldChg chg="modSp">
        <pc:chgData name="Divya Anne" userId="S::divya.anne@tpgtelecom.com.au::6f26dd74-f6ea-4f92-a8e8-d6d6181d6066" providerId="AD" clId="Web-{EACCA219-E3F9-1E6F-AA3B-8DD157BE9897}" dt="2026-02-19T02:15:26.545" v="256"/>
        <pc:sldMkLst>
          <pc:docMk/>
          <pc:sldMk cId="3153707125" sldId="2147483408"/>
        </pc:sldMkLst>
        <pc:graphicFrameChg chg="mod modGraphic">
          <ac:chgData name="Divya Anne" userId="S::divya.anne@tpgtelecom.com.au::6f26dd74-f6ea-4f92-a8e8-d6d6181d6066" providerId="AD" clId="Web-{EACCA219-E3F9-1E6F-AA3B-8DD157BE9897}" dt="2026-02-19T02:15:26.545" v="256"/>
          <ac:graphicFrameMkLst>
            <pc:docMk/>
            <pc:sldMk cId="3153707125" sldId="2147483408"/>
            <ac:graphicFrameMk id="20" creationId="{7DE8CE1D-D4D4-FB36-ADA2-A8538AE0FC44}"/>
          </ac:graphicFrameMkLst>
        </pc:graphicFrameChg>
      </pc:sldChg>
      <pc:sldChg chg="delSp modSp">
        <pc:chgData name="Divya Anne" userId="S::divya.anne@tpgtelecom.com.au::6f26dd74-f6ea-4f92-a8e8-d6d6181d6066" providerId="AD" clId="Web-{EACCA219-E3F9-1E6F-AA3B-8DD157BE9897}" dt="2026-02-19T02:12:25.309" v="183"/>
        <pc:sldMkLst>
          <pc:docMk/>
          <pc:sldMk cId="2162968429" sldId="2147483409"/>
        </pc:sldMkLst>
        <pc:spChg chg="del mod">
          <ac:chgData name="Divya Anne" userId="S::divya.anne@tpgtelecom.com.au::6f26dd74-f6ea-4f92-a8e8-d6d6181d6066" providerId="AD" clId="Web-{EACCA219-E3F9-1E6F-AA3B-8DD157BE9897}" dt="2026-02-19T02:12:19.121" v="182"/>
          <ac:spMkLst>
            <pc:docMk/>
            <pc:sldMk cId="2162968429" sldId="2147483409"/>
            <ac:spMk id="6" creationId="{2B0DD389-2163-9234-14C3-5F988DEBB48E}"/>
          </ac:spMkLst>
        </pc:spChg>
        <pc:spChg chg="del">
          <ac:chgData name="Divya Anne" userId="S::divya.anne@tpgtelecom.com.au::6f26dd74-f6ea-4f92-a8e8-d6d6181d6066" providerId="AD" clId="Web-{EACCA219-E3F9-1E6F-AA3B-8DD157BE9897}" dt="2026-02-19T02:12:25.309" v="183"/>
          <ac:spMkLst>
            <pc:docMk/>
            <pc:sldMk cId="2162968429" sldId="2147483409"/>
            <ac:spMk id="7" creationId="{FFB06502-E669-E384-9ABE-54FB7494A041}"/>
          </ac:spMkLst>
        </pc:spChg>
        <pc:graphicFrameChg chg="mod modGraphic">
          <ac:chgData name="Divya Anne" userId="S::divya.anne@tpgtelecom.com.au::6f26dd74-f6ea-4f92-a8e8-d6d6181d6066" providerId="AD" clId="Web-{EACCA219-E3F9-1E6F-AA3B-8DD157BE9897}" dt="2026-02-19T02:11:49.727" v="178"/>
          <ac:graphicFrameMkLst>
            <pc:docMk/>
            <pc:sldMk cId="2162968429" sldId="2147483409"/>
            <ac:graphicFrameMk id="8" creationId="{496AB232-61C1-6001-3CDD-A0219AD5FE83}"/>
          </ac:graphicFrameMkLst>
        </pc:graphicFrameChg>
      </pc:sldChg>
    </pc:docChg>
  </pc:docChgLst>
  <pc:docChgLst>
    <pc:chgData name="Janelle Ogrin" userId="93670917-c907-467e-b393-683e945285b2" providerId="ADAL" clId="{FFD45E08-1593-490D-9316-6EB450D9C7AB}"/>
    <pc:docChg chg="undo custSel delSld modSld delMainMaster modMainMaster">
      <pc:chgData name="Janelle Ogrin" userId="93670917-c907-467e-b393-683e945285b2" providerId="ADAL" clId="{FFD45E08-1593-490D-9316-6EB450D9C7AB}" dt="2026-02-19T23:15:34.392" v="4266" actId="20577"/>
      <pc:docMkLst>
        <pc:docMk/>
      </pc:docMkLst>
      <pc:sldChg chg="del">
        <pc:chgData name="Janelle Ogrin" userId="93670917-c907-467e-b393-683e945285b2" providerId="ADAL" clId="{FFD45E08-1593-490D-9316-6EB450D9C7AB}" dt="2026-02-18T05:30:52.521" v="0" actId="47"/>
        <pc:sldMkLst>
          <pc:docMk/>
          <pc:sldMk cId="3879065138" sldId="262"/>
        </pc:sldMkLst>
      </pc:sldChg>
      <pc:sldChg chg="del">
        <pc:chgData name="Janelle Ogrin" userId="93670917-c907-467e-b393-683e945285b2" providerId="ADAL" clId="{FFD45E08-1593-490D-9316-6EB450D9C7AB}" dt="2026-02-18T05:31:58.286" v="16" actId="47"/>
        <pc:sldMkLst>
          <pc:docMk/>
          <pc:sldMk cId="2443988917" sldId="2147483263"/>
        </pc:sldMkLst>
      </pc:sldChg>
      <pc:sldChg chg="del">
        <pc:chgData name="Janelle Ogrin" userId="93670917-c907-467e-b393-683e945285b2" providerId="ADAL" clId="{FFD45E08-1593-490D-9316-6EB450D9C7AB}" dt="2026-02-18T05:30:52.521" v="0" actId="47"/>
        <pc:sldMkLst>
          <pc:docMk/>
          <pc:sldMk cId="2554742736" sldId="2147483376"/>
        </pc:sldMkLst>
      </pc:sldChg>
      <pc:sldChg chg="del">
        <pc:chgData name="Janelle Ogrin" userId="93670917-c907-467e-b393-683e945285b2" providerId="ADAL" clId="{FFD45E08-1593-490D-9316-6EB450D9C7AB}" dt="2026-02-18T05:31:13.561" v="2" actId="47"/>
        <pc:sldMkLst>
          <pc:docMk/>
          <pc:sldMk cId="605414642" sldId="2147483378"/>
        </pc:sldMkLst>
      </pc:sldChg>
      <pc:sldChg chg="del">
        <pc:chgData name="Janelle Ogrin" userId="93670917-c907-467e-b393-683e945285b2" providerId="ADAL" clId="{FFD45E08-1593-490D-9316-6EB450D9C7AB}" dt="2026-02-18T05:31:13.561" v="2" actId="47"/>
        <pc:sldMkLst>
          <pc:docMk/>
          <pc:sldMk cId="3177690237" sldId="2147483381"/>
        </pc:sldMkLst>
      </pc:sldChg>
      <pc:sldChg chg="del">
        <pc:chgData name="Janelle Ogrin" userId="93670917-c907-467e-b393-683e945285b2" providerId="ADAL" clId="{FFD45E08-1593-490D-9316-6EB450D9C7AB}" dt="2026-02-18T05:31:13.561" v="2" actId="47"/>
        <pc:sldMkLst>
          <pc:docMk/>
          <pc:sldMk cId="3851565789" sldId="2147483384"/>
        </pc:sldMkLst>
      </pc:sldChg>
      <pc:sldChg chg="del">
        <pc:chgData name="Janelle Ogrin" userId="93670917-c907-467e-b393-683e945285b2" providerId="ADAL" clId="{FFD45E08-1593-490D-9316-6EB450D9C7AB}" dt="2026-02-18T05:31:13.561" v="2" actId="47"/>
        <pc:sldMkLst>
          <pc:docMk/>
          <pc:sldMk cId="2370549006" sldId="2147483385"/>
        </pc:sldMkLst>
      </pc:sldChg>
      <pc:sldChg chg="del">
        <pc:chgData name="Janelle Ogrin" userId="93670917-c907-467e-b393-683e945285b2" providerId="ADAL" clId="{FFD45E08-1593-490D-9316-6EB450D9C7AB}" dt="2026-02-18T05:31:13.561" v="2" actId="47"/>
        <pc:sldMkLst>
          <pc:docMk/>
          <pc:sldMk cId="711393046" sldId="2147483388"/>
        </pc:sldMkLst>
      </pc:sldChg>
      <pc:sldChg chg="del">
        <pc:chgData name="Janelle Ogrin" userId="93670917-c907-467e-b393-683e945285b2" providerId="ADAL" clId="{FFD45E08-1593-490D-9316-6EB450D9C7AB}" dt="2026-02-18T05:31:13.561" v="2" actId="47"/>
        <pc:sldMkLst>
          <pc:docMk/>
          <pc:sldMk cId="3685709211" sldId="2147483390"/>
        </pc:sldMkLst>
      </pc:sldChg>
      <pc:sldChg chg="del">
        <pc:chgData name="Janelle Ogrin" userId="93670917-c907-467e-b393-683e945285b2" providerId="ADAL" clId="{FFD45E08-1593-490D-9316-6EB450D9C7AB}" dt="2026-02-18T05:31:13.561" v="2" actId="47"/>
        <pc:sldMkLst>
          <pc:docMk/>
          <pc:sldMk cId="426504633" sldId="2147483391"/>
        </pc:sldMkLst>
      </pc:sldChg>
      <pc:sldChg chg="addSp delSp modSp mod">
        <pc:chgData name="Janelle Ogrin" userId="93670917-c907-467e-b393-683e945285b2" providerId="ADAL" clId="{FFD45E08-1593-490D-9316-6EB450D9C7AB}" dt="2026-02-18T22:53:45.946" v="3918" actId="20577"/>
        <pc:sldMkLst>
          <pc:docMk/>
          <pc:sldMk cId="4148317295" sldId="2147483393"/>
        </pc:sldMkLst>
        <pc:spChg chg="add mod">
          <ac:chgData name="Janelle Ogrin" userId="93670917-c907-467e-b393-683e945285b2" providerId="ADAL" clId="{FFD45E08-1593-490D-9316-6EB450D9C7AB}" dt="2026-02-18T22:53:45.946" v="3918" actId="20577"/>
          <ac:spMkLst>
            <pc:docMk/>
            <pc:sldMk cId="4148317295" sldId="2147483393"/>
            <ac:spMk id="4" creationId="{E7D02365-ADB2-F472-B946-0380267890D1}"/>
          </ac:spMkLst>
        </pc:spChg>
        <pc:spChg chg="mod">
          <ac:chgData name="Janelle Ogrin" userId="93670917-c907-467e-b393-683e945285b2" providerId="ADAL" clId="{FFD45E08-1593-490D-9316-6EB450D9C7AB}" dt="2026-02-18T05:31:27.495" v="12" actId="20577"/>
          <ac:spMkLst>
            <pc:docMk/>
            <pc:sldMk cId="4148317295" sldId="2147483393"/>
            <ac:spMk id="5" creationId="{CAC4D351-573E-11B7-F43B-2D927AD2CC2D}"/>
          </ac:spMkLst>
        </pc:spChg>
        <pc:spChg chg="del">
          <ac:chgData name="Janelle Ogrin" userId="93670917-c907-467e-b393-683e945285b2" providerId="ADAL" clId="{FFD45E08-1593-490D-9316-6EB450D9C7AB}" dt="2026-02-18T05:31:30.482" v="13" actId="478"/>
          <ac:spMkLst>
            <pc:docMk/>
            <pc:sldMk cId="4148317295" sldId="2147483393"/>
            <ac:spMk id="6" creationId="{ED9F77EA-8020-CAA8-E61F-87226D50CFF8}"/>
          </ac:spMkLst>
        </pc:spChg>
        <pc:spChg chg="del">
          <ac:chgData name="Janelle Ogrin" userId="93670917-c907-467e-b393-683e945285b2" providerId="ADAL" clId="{FFD45E08-1593-490D-9316-6EB450D9C7AB}" dt="2026-02-18T05:31:31.406" v="14" actId="478"/>
          <ac:spMkLst>
            <pc:docMk/>
            <pc:sldMk cId="4148317295" sldId="2147483393"/>
            <ac:spMk id="7" creationId="{78827312-79E7-291C-E777-EC9F07B2649A}"/>
          </ac:spMkLst>
        </pc:spChg>
        <pc:spChg chg="del">
          <ac:chgData name="Janelle Ogrin" userId="93670917-c907-467e-b393-683e945285b2" providerId="ADAL" clId="{FFD45E08-1593-490D-9316-6EB450D9C7AB}" dt="2026-02-18T05:31:33.466" v="15" actId="478"/>
          <ac:spMkLst>
            <pc:docMk/>
            <pc:sldMk cId="4148317295" sldId="2147483393"/>
            <ac:spMk id="8" creationId="{3C17BDBB-3ACD-E006-8EC0-967F8CBD3C5F}"/>
          </ac:spMkLst>
        </pc:spChg>
        <pc:spChg chg="add mod">
          <ac:chgData name="Janelle Ogrin" userId="93670917-c907-467e-b393-683e945285b2" providerId="ADAL" clId="{FFD45E08-1593-490D-9316-6EB450D9C7AB}" dt="2026-02-18T06:00:43.762" v="3688" actId="1076"/>
          <ac:spMkLst>
            <pc:docMk/>
            <pc:sldMk cId="4148317295" sldId="2147483393"/>
            <ac:spMk id="10" creationId="{A2084928-CD73-6903-A567-5F6C2C84D4B3}"/>
          </ac:spMkLst>
        </pc:spChg>
        <pc:spChg chg="mod">
          <ac:chgData name="Janelle Ogrin" userId="93670917-c907-467e-b393-683e945285b2" providerId="ADAL" clId="{FFD45E08-1593-490D-9316-6EB450D9C7AB}" dt="2026-02-18T05:59:56.654" v="3540" actId="1076"/>
          <ac:spMkLst>
            <pc:docMk/>
            <pc:sldMk cId="4148317295" sldId="2147483393"/>
            <ac:spMk id="24" creationId="{3E4B8525-9A60-06A7-6D13-07417183E63E}"/>
          </ac:spMkLst>
        </pc:spChg>
        <pc:spChg chg="mod">
          <ac:chgData name="Janelle Ogrin" userId="93670917-c907-467e-b393-683e945285b2" providerId="ADAL" clId="{FFD45E08-1593-490D-9316-6EB450D9C7AB}" dt="2026-02-18T06:01:34.008" v="3704" actId="1076"/>
          <ac:spMkLst>
            <pc:docMk/>
            <pc:sldMk cId="4148317295" sldId="2147483393"/>
            <ac:spMk id="25" creationId="{FDD8B6FB-7408-9BFC-C448-D78F8A6AE8B4}"/>
          </ac:spMkLst>
        </pc:spChg>
        <pc:spChg chg="mod">
          <ac:chgData name="Janelle Ogrin" userId="93670917-c907-467e-b393-683e945285b2" providerId="ADAL" clId="{FFD45E08-1593-490D-9316-6EB450D9C7AB}" dt="2026-02-18T05:58:48.879" v="3484" actId="20577"/>
          <ac:spMkLst>
            <pc:docMk/>
            <pc:sldMk cId="4148317295" sldId="2147483393"/>
            <ac:spMk id="38" creationId="{775DEDF8-5A04-8822-88DE-B31802E26FED}"/>
          </ac:spMkLst>
        </pc:spChg>
        <pc:spChg chg="del">
          <ac:chgData name="Janelle Ogrin" userId="93670917-c907-467e-b393-683e945285b2" providerId="ADAL" clId="{FFD45E08-1593-490D-9316-6EB450D9C7AB}" dt="2026-02-18T05:44:34.537" v="2033" actId="478"/>
          <ac:spMkLst>
            <pc:docMk/>
            <pc:sldMk cId="4148317295" sldId="2147483393"/>
            <ac:spMk id="88" creationId="{DD446090-A518-178D-A922-6E2AB574CF93}"/>
          </ac:spMkLst>
        </pc:spChg>
        <pc:spChg chg="mod">
          <ac:chgData name="Janelle Ogrin" userId="93670917-c907-467e-b393-683e945285b2" providerId="ADAL" clId="{FFD45E08-1593-490D-9316-6EB450D9C7AB}" dt="2026-02-18T06:01:31.602" v="3703" actId="12"/>
          <ac:spMkLst>
            <pc:docMk/>
            <pc:sldMk cId="4148317295" sldId="2147483393"/>
            <ac:spMk id="90" creationId="{48163B41-A3DC-989C-772A-332845715E33}"/>
          </ac:spMkLst>
        </pc:spChg>
        <pc:grpChg chg="del">
          <ac:chgData name="Janelle Ogrin" userId="93670917-c907-467e-b393-683e945285b2" providerId="ADAL" clId="{FFD45E08-1593-490D-9316-6EB450D9C7AB}" dt="2026-02-18T05:44:38.364" v="2037" actId="478"/>
          <ac:grpSpMkLst>
            <pc:docMk/>
            <pc:sldMk cId="4148317295" sldId="2147483393"/>
            <ac:grpSpMk id="12" creationId="{3DD743E8-3C12-7534-0705-43B93C4526DB}"/>
          </ac:grpSpMkLst>
        </pc:grpChg>
        <pc:grpChg chg="del">
          <ac:chgData name="Janelle Ogrin" userId="93670917-c907-467e-b393-683e945285b2" providerId="ADAL" clId="{FFD45E08-1593-490D-9316-6EB450D9C7AB}" dt="2026-02-18T05:58:32.349" v="3469" actId="478"/>
          <ac:grpSpMkLst>
            <pc:docMk/>
            <pc:sldMk cId="4148317295" sldId="2147483393"/>
            <ac:grpSpMk id="27" creationId="{6DBEAA22-B11C-5514-C1DA-37FC9F28452B}"/>
          </ac:grpSpMkLst>
        </pc:grpChg>
        <pc:grpChg chg="del">
          <ac:chgData name="Janelle Ogrin" userId="93670917-c907-467e-b393-683e945285b2" providerId="ADAL" clId="{FFD45E08-1593-490D-9316-6EB450D9C7AB}" dt="2026-02-18T05:58:36.706" v="3470" actId="478"/>
          <ac:grpSpMkLst>
            <pc:docMk/>
            <pc:sldMk cId="4148317295" sldId="2147483393"/>
            <ac:grpSpMk id="37" creationId="{67775E0F-048F-AD99-7E54-3FB24807EB39}"/>
          </ac:grpSpMkLst>
        </pc:grpChg>
        <pc:grpChg chg="del">
          <ac:chgData name="Janelle Ogrin" userId="93670917-c907-467e-b393-683e945285b2" providerId="ADAL" clId="{FFD45E08-1593-490D-9316-6EB450D9C7AB}" dt="2026-02-18T05:44:35.029" v="2034" actId="478"/>
          <ac:grpSpMkLst>
            <pc:docMk/>
            <pc:sldMk cId="4148317295" sldId="2147483393"/>
            <ac:grpSpMk id="70" creationId="{ED337D98-1E8E-8AFA-23E0-940E920CF2DB}"/>
          </ac:grpSpMkLst>
        </pc:grpChg>
        <pc:grpChg chg="del">
          <ac:chgData name="Janelle Ogrin" userId="93670917-c907-467e-b393-683e945285b2" providerId="ADAL" clId="{FFD45E08-1593-490D-9316-6EB450D9C7AB}" dt="2026-02-18T05:58:13.096" v="3435" actId="478"/>
          <ac:grpSpMkLst>
            <pc:docMk/>
            <pc:sldMk cId="4148317295" sldId="2147483393"/>
            <ac:grpSpMk id="71" creationId="{2B820180-7BC2-A199-40D9-06B5DAD91743}"/>
          </ac:grpSpMkLst>
        </pc:grpChg>
        <pc:grpChg chg="del">
          <ac:chgData name="Janelle Ogrin" userId="93670917-c907-467e-b393-683e945285b2" providerId="ADAL" clId="{FFD45E08-1593-490D-9316-6EB450D9C7AB}" dt="2026-02-18T05:44:32.852" v="2032" actId="478"/>
          <ac:grpSpMkLst>
            <pc:docMk/>
            <pc:sldMk cId="4148317295" sldId="2147483393"/>
            <ac:grpSpMk id="86" creationId="{DDFF0E7A-C328-0D7C-2118-835FCE1CF13D}"/>
          </ac:grpSpMkLst>
        </pc:grpChg>
        <pc:picChg chg="add mod">
          <ac:chgData name="Janelle Ogrin" userId="93670917-c907-467e-b393-683e945285b2" providerId="ADAL" clId="{FFD45E08-1593-490D-9316-6EB450D9C7AB}" dt="2026-02-18T05:59:22.254" v="3488" actId="1076"/>
          <ac:picMkLst>
            <pc:docMk/>
            <pc:sldMk cId="4148317295" sldId="2147483393"/>
            <ac:picMk id="3" creationId="{8FB97EF7-A5BB-CB11-DCE8-11F1CD8D2392}"/>
          </ac:picMkLst>
        </pc:picChg>
        <pc:picChg chg="del">
          <ac:chgData name="Janelle Ogrin" userId="93670917-c907-467e-b393-683e945285b2" providerId="ADAL" clId="{FFD45E08-1593-490D-9316-6EB450D9C7AB}" dt="2026-02-18T05:44:40.997" v="2040" actId="478"/>
          <ac:picMkLst>
            <pc:docMk/>
            <pc:sldMk cId="4148317295" sldId="2147483393"/>
            <ac:picMk id="14" creationId="{410A2FCC-1844-A6A4-2982-973C9DA99B14}"/>
          </ac:picMkLst>
        </pc:picChg>
        <pc:picChg chg="add mod">
          <ac:chgData name="Janelle Ogrin" userId="93670917-c907-467e-b393-683e945285b2" providerId="ADAL" clId="{FFD45E08-1593-490D-9316-6EB450D9C7AB}" dt="2026-02-18T06:00:56.401" v="3692" actId="1076"/>
          <ac:picMkLst>
            <pc:docMk/>
            <pc:sldMk cId="4148317295" sldId="2147483393"/>
            <ac:picMk id="19" creationId="{25B17147-EA20-236C-854B-AB6078C6C242}"/>
          </ac:picMkLst>
        </pc:picChg>
        <pc:picChg chg="add mod">
          <ac:chgData name="Janelle Ogrin" userId="93670917-c907-467e-b393-683e945285b2" providerId="ADAL" clId="{FFD45E08-1593-490D-9316-6EB450D9C7AB}" dt="2026-02-18T06:01:45.546" v="3707" actId="1076"/>
          <ac:picMkLst>
            <pc:docMk/>
            <pc:sldMk cId="4148317295" sldId="2147483393"/>
            <ac:picMk id="21" creationId="{C8CB233D-8E9C-61C4-5026-270019953092}"/>
          </ac:picMkLst>
        </pc:picChg>
        <pc:picChg chg="del">
          <ac:chgData name="Janelle Ogrin" userId="93670917-c907-467e-b393-683e945285b2" providerId="ADAL" clId="{FFD45E08-1593-490D-9316-6EB450D9C7AB}" dt="2026-02-18T05:58:36.706" v="3470" actId="478"/>
          <ac:picMkLst>
            <pc:docMk/>
            <pc:sldMk cId="4148317295" sldId="2147483393"/>
            <ac:picMk id="26" creationId="{87174FE8-8130-1EBC-2B91-3D4C46E3971C}"/>
          </ac:picMkLst>
        </pc:picChg>
        <pc:picChg chg="del">
          <ac:chgData name="Janelle Ogrin" userId="93670917-c907-467e-b393-683e945285b2" providerId="ADAL" clId="{FFD45E08-1593-490D-9316-6EB450D9C7AB}" dt="2026-02-18T05:44:37.318" v="2036" actId="478"/>
          <ac:picMkLst>
            <pc:docMk/>
            <pc:sldMk cId="4148317295" sldId="2147483393"/>
            <ac:picMk id="35" creationId="{C28FC813-57CD-FFAF-3BC2-6E0082FC62C8}"/>
          </ac:picMkLst>
        </pc:picChg>
        <pc:cxnChg chg="del mod">
          <ac:chgData name="Janelle Ogrin" userId="93670917-c907-467e-b393-683e945285b2" providerId="ADAL" clId="{FFD45E08-1593-490D-9316-6EB450D9C7AB}" dt="2026-02-18T05:44:35.790" v="2035" actId="478"/>
          <ac:cxnSpMkLst>
            <pc:docMk/>
            <pc:sldMk cId="4148317295" sldId="2147483393"/>
            <ac:cxnSpMk id="48" creationId="{08EB6C34-E0E5-C314-11F6-67E6717B60FF}"/>
          </ac:cxnSpMkLst>
        </pc:cxnChg>
        <pc:cxnChg chg="del mod">
          <ac:chgData name="Janelle Ogrin" userId="93670917-c907-467e-b393-683e945285b2" providerId="ADAL" clId="{FFD45E08-1593-490D-9316-6EB450D9C7AB}" dt="2026-02-18T05:44:39.878" v="2039" actId="478"/>
          <ac:cxnSpMkLst>
            <pc:docMk/>
            <pc:sldMk cId="4148317295" sldId="2147483393"/>
            <ac:cxnSpMk id="53" creationId="{83D5C8F0-6627-F895-BA4F-BA250D9519A7}"/>
          </ac:cxnSpMkLst>
        </pc:cxnChg>
        <pc:cxnChg chg="del mod">
          <ac:chgData name="Janelle Ogrin" userId="93670917-c907-467e-b393-683e945285b2" providerId="ADAL" clId="{FFD45E08-1593-490D-9316-6EB450D9C7AB}" dt="2026-02-18T05:44:39.145" v="2038" actId="478"/>
          <ac:cxnSpMkLst>
            <pc:docMk/>
            <pc:sldMk cId="4148317295" sldId="2147483393"/>
            <ac:cxnSpMk id="56" creationId="{3AC6EF02-3317-1F87-7399-4BFE6950AACD}"/>
          </ac:cxnSpMkLst>
        </pc:cxnChg>
        <pc:cxnChg chg="del mod">
          <ac:chgData name="Janelle Ogrin" userId="93670917-c907-467e-b393-683e945285b2" providerId="ADAL" clId="{FFD45E08-1593-490D-9316-6EB450D9C7AB}" dt="2026-02-18T05:58:38.783" v="3471" actId="478"/>
          <ac:cxnSpMkLst>
            <pc:docMk/>
            <pc:sldMk cId="4148317295" sldId="2147483393"/>
            <ac:cxnSpMk id="77" creationId="{1AF355CD-D5B7-6A54-976B-57B996A9635C}"/>
          </ac:cxnSpMkLst>
        </pc:cxnChg>
      </pc:sldChg>
      <pc:sldChg chg="del">
        <pc:chgData name="Janelle Ogrin" userId="93670917-c907-467e-b393-683e945285b2" providerId="ADAL" clId="{FFD45E08-1593-490D-9316-6EB450D9C7AB}" dt="2026-02-18T05:31:13.561" v="2" actId="47"/>
        <pc:sldMkLst>
          <pc:docMk/>
          <pc:sldMk cId="34209245" sldId="2147483395"/>
        </pc:sldMkLst>
      </pc:sldChg>
      <pc:sldChg chg="del">
        <pc:chgData name="Janelle Ogrin" userId="93670917-c907-467e-b393-683e945285b2" providerId="ADAL" clId="{FFD45E08-1593-490D-9316-6EB450D9C7AB}" dt="2026-02-18T05:31:13.561" v="2" actId="47"/>
        <pc:sldMkLst>
          <pc:docMk/>
          <pc:sldMk cId="2106824892" sldId="2147483398"/>
        </pc:sldMkLst>
      </pc:sldChg>
      <pc:sldChg chg="del">
        <pc:chgData name="Janelle Ogrin" userId="93670917-c907-467e-b393-683e945285b2" providerId="ADAL" clId="{FFD45E08-1593-490D-9316-6EB450D9C7AB}" dt="2026-02-18T05:30:52.521" v="0" actId="47"/>
        <pc:sldMkLst>
          <pc:docMk/>
          <pc:sldMk cId="600423797" sldId="2147483399"/>
        </pc:sldMkLst>
      </pc:sldChg>
      <pc:sldChg chg="del">
        <pc:chgData name="Janelle Ogrin" userId="93670917-c907-467e-b393-683e945285b2" providerId="ADAL" clId="{FFD45E08-1593-490D-9316-6EB450D9C7AB}" dt="2026-02-18T05:30:52.521" v="0" actId="47"/>
        <pc:sldMkLst>
          <pc:docMk/>
          <pc:sldMk cId="3547145580" sldId="2147483400"/>
        </pc:sldMkLst>
      </pc:sldChg>
      <pc:sldChg chg="del">
        <pc:chgData name="Janelle Ogrin" userId="93670917-c907-467e-b393-683e945285b2" providerId="ADAL" clId="{FFD45E08-1593-490D-9316-6EB450D9C7AB}" dt="2026-02-18T05:30:52.521" v="0" actId="47"/>
        <pc:sldMkLst>
          <pc:docMk/>
          <pc:sldMk cId="2839428725" sldId="2147483401"/>
        </pc:sldMkLst>
      </pc:sldChg>
      <pc:sldChg chg="del">
        <pc:chgData name="Janelle Ogrin" userId="93670917-c907-467e-b393-683e945285b2" providerId="ADAL" clId="{FFD45E08-1593-490D-9316-6EB450D9C7AB}" dt="2026-02-18T05:31:19.650" v="3" actId="47"/>
        <pc:sldMkLst>
          <pc:docMk/>
          <pc:sldMk cId="2123551338" sldId="2147483402"/>
        </pc:sldMkLst>
      </pc:sldChg>
      <pc:sldChg chg="del">
        <pc:chgData name="Janelle Ogrin" userId="93670917-c907-467e-b393-683e945285b2" providerId="ADAL" clId="{FFD45E08-1593-490D-9316-6EB450D9C7AB}" dt="2026-02-18T05:30:52.521" v="0" actId="47"/>
        <pc:sldMkLst>
          <pc:docMk/>
          <pc:sldMk cId="3477866614" sldId="2147483406"/>
        </pc:sldMkLst>
      </pc:sldChg>
      <pc:sldChg chg="addSp delSp modSp mod">
        <pc:chgData name="Janelle Ogrin" userId="93670917-c907-467e-b393-683e945285b2" providerId="ADAL" clId="{FFD45E08-1593-490D-9316-6EB450D9C7AB}" dt="2026-02-19T23:15:34.392" v="4266" actId="20577"/>
        <pc:sldMkLst>
          <pc:docMk/>
          <pc:sldMk cId="3153707125" sldId="2147483408"/>
        </pc:sldMkLst>
        <pc:spChg chg="mod">
          <ac:chgData name="Janelle Ogrin" userId="93670917-c907-467e-b393-683e945285b2" providerId="ADAL" clId="{FFD45E08-1593-490D-9316-6EB450D9C7AB}" dt="2026-02-18T05:38:15.618" v="1047" actId="20577"/>
          <ac:spMkLst>
            <pc:docMk/>
            <pc:sldMk cId="3153707125" sldId="2147483408"/>
            <ac:spMk id="2" creationId="{EB547CF0-AFA9-3595-8BB5-09BDBEC856F0}"/>
          </ac:spMkLst>
        </pc:spChg>
        <pc:spChg chg="del">
          <ac:chgData name="Janelle Ogrin" userId="93670917-c907-467e-b393-683e945285b2" providerId="ADAL" clId="{FFD45E08-1593-490D-9316-6EB450D9C7AB}" dt="2026-02-18T05:37:40.649" v="969" actId="478"/>
          <ac:spMkLst>
            <pc:docMk/>
            <pc:sldMk cId="3153707125" sldId="2147483408"/>
            <ac:spMk id="3" creationId="{2E02A964-F8A4-0FD8-38A4-7D2B6C6DFD17}"/>
          </ac:spMkLst>
        </pc:spChg>
        <pc:spChg chg="add mod">
          <ac:chgData name="Janelle Ogrin" userId="93670917-c907-467e-b393-683e945285b2" providerId="ADAL" clId="{FFD45E08-1593-490D-9316-6EB450D9C7AB}" dt="2026-02-19T05:07:39.083" v="4240" actId="1036"/>
          <ac:spMkLst>
            <pc:docMk/>
            <pc:sldMk cId="3153707125" sldId="2147483408"/>
            <ac:spMk id="6" creationId="{25739947-C8FC-6957-992A-B86FAE9C62D8}"/>
          </ac:spMkLst>
        </pc:spChg>
        <pc:spChg chg="add mod">
          <ac:chgData name="Janelle Ogrin" userId="93670917-c907-467e-b393-683e945285b2" providerId="ADAL" clId="{FFD45E08-1593-490D-9316-6EB450D9C7AB}" dt="2026-02-19T05:07:39.083" v="4240" actId="1036"/>
          <ac:spMkLst>
            <pc:docMk/>
            <pc:sldMk cId="3153707125" sldId="2147483408"/>
            <ac:spMk id="7" creationId="{3A9835C7-7AD2-B399-9BD5-0B5A06AC0FF1}"/>
          </ac:spMkLst>
        </pc:spChg>
        <pc:spChg chg="add mod">
          <ac:chgData name="Janelle Ogrin" userId="93670917-c907-467e-b393-683e945285b2" providerId="ADAL" clId="{FFD45E08-1593-490D-9316-6EB450D9C7AB}" dt="2026-02-19T05:07:39.083" v="4240" actId="1036"/>
          <ac:spMkLst>
            <pc:docMk/>
            <pc:sldMk cId="3153707125" sldId="2147483408"/>
            <ac:spMk id="8" creationId="{2B833C55-FE33-79AA-21F4-E9BDDF86AC47}"/>
          </ac:spMkLst>
        </pc:spChg>
        <pc:spChg chg="del">
          <ac:chgData name="Janelle Ogrin" userId="93670917-c907-467e-b393-683e945285b2" providerId="ADAL" clId="{FFD45E08-1593-490D-9316-6EB450D9C7AB}" dt="2026-02-18T05:37:40.649" v="969" actId="478"/>
          <ac:spMkLst>
            <pc:docMk/>
            <pc:sldMk cId="3153707125" sldId="2147483408"/>
            <ac:spMk id="12" creationId="{CA42AAE4-A9B5-6F20-9C8D-A5DB6A69C8E8}"/>
          </ac:spMkLst>
        </pc:spChg>
        <pc:spChg chg="del">
          <ac:chgData name="Janelle Ogrin" userId="93670917-c907-467e-b393-683e945285b2" providerId="ADAL" clId="{FFD45E08-1593-490D-9316-6EB450D9C7AB}" dt="2026-02-18T05:37:40.649" v="969" actId="478"/>
          <ac:spMkLst>
            <pc:docMk/>
            <pc:sldMk cId="3153707125" sldId="2147483408"/>
            <ac:spMk id="13" creationId="{77E6897E-4D3C-7C3F-FD13-D0164E486FB5}"/>
          </ac:spMkLst>
        </pc:spChg>
        <pc:graphicFrameChg chg="add del mod">
          <ac:chgData name="Janelle Ogrin" userId="93670917-c907-467e-b393-683e945285b2" providerId="ADAL" clId="{FFD45E08-1593-490D-9316-6EB450D9C7AB}" dt="2026-02-18T05:41:25.231" v="1634" actId="478"/>
          <ac:graphicFrameMkLst>
            <pc:docMk/>
            <pc:sldMk cId="3153707125" sldId="2147483408"/>
            <ac:graphicFrameMk id="4" creationId="{0A8F8835-F70B-84FB-E7FD-4F6B55822137}"/>
          </ac:graphicFrameMkLst>
        </pc:graphicFrameChg>
        <pc:graphicFrameChg chg="add mod modGraphic">
          <ac:chgData name="Janelle Ogrin" userId="93670917-c907-467e-b393-683e945285b2" providerId="ADAL" clId="{FFD45E08-1593-490D-9316-6EB450D9C7AB}" dt="2026-02-19T05:07:39.083" v="4240" actId="1036"/>
          <ac:graphicFrameMkLst>
            <pc:docMk/>
            <pc:sldMk cId="3153707125" sldId="2147483408"/>
            <ac:graphicFrameMk id="5" creationId="{50BC6BDF-1EE6-39CC-CD18-3BB23C1858FE}"/>
          </ac:graphicFrameMkLst>
        </pc:graphicFrameChg>
        <pc:graphicFrameChg chg="mod modGraphic">
          <ac:chgData name="Janelle Ogrin" userId="93670917-c907-467e-b393-683e945285b2" providerId="ADAL" clId="{FFD45E08-1593-490D-9316-6EB450D9C7AB}" dt="2026-02-19T23:15:34.392" v="4266" actId="20577"/>
          <ac:graphicFrameMkLst>
            <pc:docMk/>
            <pc:sldMk cId="3153707125" sldId="2147483408"/>
            <ac:graphicFrameMk id="20" creationId="{7DE8CE1D-D4D4-FB36-ADA2-A8538AE0FC44}"/>
          </ac:graphicFrameMkLst>
        </pc:graphicFrameChg>
      </pc:sldChg>
      <pc:sldChg chg="del">
        <pc:chgData name="Janelle Ogrin" userId="93670917-c907-467e-b393-683e945285b2" providerId="ADAL" clId="{FFD45E08-1593-490D-9316-6EB450D9C7AB}" dt="2026-02-18T05:31:13.561" v="2" actId="47"/>
        <pc:sldMkLst>
          <pc:docMk/>
          <pc:sldMk cId="3491061737" sldId="2147483409"/>
        </pc:sldMkLst>
      </pc:sldChg>
      <pc:sldChg chg="del">
        <pc:chgData name="Janelle Ogrin" userId="93670917-c907-467e-b393-683e945285b2" providerId="ADAL" clId="{FFD45E08-1593-490D-9316-6EB450D9C7AB}" dt="2026-02-18T05:31:13.561" v="2" actId="47"/>
        <pc:sldMkLst>
          <pc:docMk/>
          <pc:sldMk cId="2876629385" sldId="2147483411"/>
        </pc:sldMkLst>
      </pc:sldChg>
      <pc:sldChg chg="del">
        <pc:chgData name="Janelle Ogrin" userId="93670917-c907-467e-b393-683e945285b2" providerId="ADAL" clId="{FFD45E08-1593-490D-9316-6EB450D9C7AB}" dt="2026-02-18T05:31:13.561" v="2" actId="47"/>
        <pc:sldMkLst>
          <pc:docMk/>
          <pc:sldMk cId="4231592665" sldId="2147483412"/>
        </pc:sldMkLst>
      </pc:sldChg>
      <pc:sldChg chg="del">
        <pc:chgData name="Janelle Ogrin" userId="93670917-c907-467e-b393-683e945285b2" providerId="ADAL" clId="{FFD45E08-1593-490D-9316-6EB450D9C7AB}" dt="2026-02-18T05:31:19.650" v="3" actId="47"/>
        <pc:sldMkLst>
          <pc:docMk/>
          <pc:sldMk cId="2743280770" sldId="2147483413"/>
        </pc:sldMkLst>
      </pc:sldChg>
      <pc:sldChg chg="del">
        <pc:chgData name="Janelle Ogrin" userId="93670917-c907-467e-b393-683e945285b2" providerId="ADAL" clId="{FFD45E08-1593-490D-9316-6EB450D9C7AB}" dt="2026-02-18T05:31:19.650" v="3" actId="47"/>
        <pc:sldMkLst>
          <pc:docMk/>
          <pc:sldMk cId="2657479423" sldId="2147483414"/>
        </pc:sldMkLst>
      </pc:sldChg>
      <pc:sldChg chg="del">
        <pc:chgData name="Janelle Ogrin" userId="93670917-c907-467e-b393-683e945285b2" providerId="ADAL" clId="{FFD45E08-1593-490D-9316-6EB450D9C7AB}" dt="2026-02-18T05:31:19.650" v="3" actId="47"/>
        <pc:sldMkLst>
          <pc:docMk/>
          <pc:sldMk cId="3123609528" sldId="2147483415"/>
        </pc:sldMkLst>
      </pc:sldChg>
      <pc:sldChg chg="del">
        <pc:chgData name="Janelle Ogrin" userId="93670917-c907-467e-b393-683e945285b2" providerId="ADAL" clId="{FFD45E08-1593-490D-9316-6EB450D9C7AB}" dt="2026-02-18T05:31:19.650" v="3" actId="47"/>
        <pc:sldMkLst>
          <pc:docMk/>
          <pc:sldMk cId="848813467" sldId="2147483417"/>
        </pc:sldMkLst>
      </pc:sldChg>
      <pc:sldChg chg="del">
        <pc:chgData name="Janelle Ogrin" userId="93670917-c907-467e-b393-683e945285b2" providerId="ADAL" clId="{FFD45E08-1593-490D-9316-6EB450D9C7AB}" dt="2026-02-18T05:31:13.561" v="2" actId="47"/>
        <pc:sldMkLst>
          <pc:docMk/>
          <pc:sldMk cId="1093244222" sldId="2147483418"/>
        </pc:sldMkLst>
      </pc:sldChg>
      <pc:sldChg chg="del">
        <pc:chgData name="Janelle Ogrin" userId="93670917-c907-467e-b393-683e945285b2" providerId="ADAL" clId="{FFD45E08-1593-490D-9316-6EB450D9C7AB}" dt="2026-02-18T05:31:19.650" v="3" actId="47"/>
        <pc:sldMkLst>
          <pc:docMk/>
          <pc:sldMk cId="1951026933" sldId="2147483419"/>
        </pc:sldMkLst>
      </pc:sldChg>
      <pc:sldChg chg="del">
        <pc:chgData name="Janelle Ogrin" userId="93670917-c907-467e-b393-683e945285b2" providerId="ADAL" clId="{FFD45E08-1593-490D-9316-6EB450D9C7AB}" dt="2026-02-18T05:31:19.650" v="3" actId="47"/>
        <pc:sldMkLst>
          <pc:docMk/>
          <pc:sldMk cId="1335765866" sldId="2147483421"/>
        </pc:sldMkLst>
      </pc:sldChg>
      <pc:sldChg chg="del">
        <pc:chgData name="Janelle Ogrin" userId="93670917-c907-467e-b393-683e945285b2" providerId="ADAL" clId="{FFD45E08-1593-490D-9316-6EB450D9C7AB}" dt="2026-02-18T05:31:19.650" v="3" actId="47"/>
        <pc:sldMkLst>
          <pc:docMk/>
          <pc:sldMk cId="634182448" sldId="2147483422"/>
        </pc:sldMkLst>
      </pc:sldChg>
      <pc:sldChg chg="del">
        <pc:chgData name="Janelle Ogrin" userId="93670917-c907-467e-b393-683e945285b2" providerId="ADAL" clId="{FFD45E08-1593-490D-9316-6EB450D9C7AB}" dt="2026-02-18T05:31:19.650" v="3" actId="47"/>
        <pc:sldMkLst>
          <pc:docMk/>
          <pc:sldMk cId="3299413457" sldId="2147483424"/>
        </pc:sldMkLst>
      </pc:sldChg>
      <pc:sldChg chg="del">
        <pc:chgData name="Janelle Ogrin" userId="93670917-c907-467e-b393-683e945285b2" providerId="ADAL" clId="{FFD45E08-1593-490D-9316-6EB450D9C7AB}" dt="2026-02-18T05:31:19.650" v="3" actId="47"/>
        <pc:sldMkLst>
          <pc:docMk/>
          <pc:sldMk cId="738136933" sldId="2147483425"/>
        </pc:sldMkLst>
      </pc:sldChg>
      <pc:sldChg chg="del">
        <pc:chgData name="Janelle Ogrin" userId="93670917-c907-467e-b393-683e945285b2" providerId="ADAL" clId="{FFD45E08-1593-490D-9316-6EB450D9C7AB}" dt="2026-02-18T05:31:19.650" v="3" actId="47"/>
        <pc:sldMkLst>
          <pc:docMk/>
          <pc:sldMk cId="2235045769" sldId="2147483426"/>
        </pc:sldMkLst>
      </pc:sldChg>
      <pc:sldChg chg="del">
        <pc:chgData name="Janelle Ogrin" userId="93670917-c907-467e-b393-683e945285b2" providerId="ADAL" clId="{FFD45E08-1593-490D-9316-6EB450D9C7AB}" dt="2026-02-18T05:31:13.561" v="2" actId="47"/>
        <pc:sldMkLst>
          <pc:docMk/>
          <pc:sldMk cId="1213223852" sldId="2147483427"/>
        </pc:sldMkLst>
      </pc:sldChg>
      <pc:sldChg chg="del">
        <pc:chgData name="Janelle Ogrin" userId="93670917-c907-467e-b393-683e945285b2" providerId="ADAL" clId="{FFD45E08-1593-490D-9316-6EB450D9C7AB}" dt="2026-02-18T05:31:13.561" v="2" actId="47"/>
        <pc:sldMkLst>
          <pc:docMk/>
          <pc:sldMk cId="929253782" sldId="2147483429"/>
        </pc:sldMkLst>
      </pc:sldChg>
      <pc:sldChg chg="del">
        <pc:chgData name="Janelle Ogrin" userId="93670917-c907-467e-b393-683e945285b2" providerId="ADAL" clId="{FFD45E08-1593-490D-9316-6EB450D9C7AB}" dt="2026-02-18T05:31:13.561" v="2" actId="47"/>
        <pc:sldMkLst>
          <pc:docMk/>
          <pc:sldMk cId="173402660" sldId="2147483647"/>
        </pc:sldMkLst>
      </pc:sldChg>
      <pc:sldMasterChg chg="modSldLayout">
        <pc:chgData name="Janelle Ogrin" userId="93670917-c907-467e-b393-683e945285b2" providerId="ADAL" clId="{FFD45E08-1593-490D-9316-6EB450D9C7AB}" dt="2026-02-18T05:37:08.505" v="930" actId="478"/>
        <pc:sldMasterMkLst>
          <pc:docMk/>
          <pc:sldMasterMk cId="2693544863" sldId="2147483684"/>
        </pc:sldMasterMkLst>
        <pc:sldLayoutChg chg="delSp mod">
          <pc:chgData name="Janelle Ogrin" userId="93670917-c907-467e-b393-683e945285b2" providerId="ADAL" clId="{FFD45E08-1593-490D-9316-6EB450D9C7AB}" dt="2026-02-18T05:37:08.505" v="930" actId="478"/>
          <pc:sldLayoutMkLst>
            <pc:docMk/>
            <pc:sldMasterMk cId="2693544863" sldId="2147483684"/>
            <pc:sldLayoutMk cId="2539962646" sldId="2147483692"/>
          </pc:sldLayoutMkLst>
          <pc:picChg chg="del">
            <ac:chgData name="Janelle Ogrin" userId="93670917-c907-467e-b393-683e945285b2" providerId="ADAL" clId="{FFD45E08-1593-490D-9316-6EB450D9C7AB}" dt="2026-02-18T05:37:08.505" v="930" actId="478"/>
            <ac:picMkLst>
              <pc:docMk/>
              <pc:sldMasterMk cId="2693544863" sldId="2147483684"/>
              <pc:sldLayoutMk cId="2539962646" sldId="2147483692"/>
              <ac:picMk id="3" creationId="{B02FC21A-8461-8317-C914-8EBC35876FC1}"/>
            </ac:picMkLst>
          </pc:picChg>
        </pc:sldLayoutChg>
      </pc:sldMasterChg>
      <pc:sldMasterChg chg="del delSldLayout">
        <pc:chgData name="Janelle Ogrin" userId="93670917-c907-467e-b393-683e945285b2" providerId="ADAL" clId="{FFD45E08-1593-490D-9316-6EB450D9C7AB}" dt="2026-02-18T05:31:19.650" v="3" actId="47"/>
        <pc:sldMasterMkLst>
          <pc:docMk/>
          <pc:sldMasterMk cId="981687886" sldId="2147483714"/>
        </pc:sldMasterMkLst>
        <pc:sldLayoutChg chg="del">
          <pc:chgData name="Janelle Ogrin" userId="93670917-c907-467e-b393-683e945285b2" providerId="ADAL" clId="{FFD45E08-1593-490D-9316-6EB450D9C7AB}" dt="2026-02-18T05:31:19.650" v="3" actId="47"/>
          <pc:sldLayoutMkLst>
            <pc:docMk/>
            <pc:sldMasterMk cId="981687886" sldId="2147483714"/>
            <pc:sldLayoutMk cId="326622014" sldId="2147483715"/>
          </pc:sldLayoutMkLst>
        </pc:sldLayoutChg>
        <pc:sldLayoutChg chg="del">
          <pc:chgData name="Janelle Ogrin" userId="93670917-c907-467e-b393-683e945285b2" providerId="ADAL" clId="{FFD45E08-1593-490D-9316-6EB450D9C7AB}" dt="2026-02-18T05:31:19.650" v="3" actId="47"/>
          <pc:sldLayoutMkLst>
            <pc:docMk/>
            <pc:sldMasterMk cId="981687886" sldId="2147483714"/>
            <pc:sldLayoutMk cId="3269064635" sldId="2147483716"/>
          </pc:sldLayoutMkLst>
        </pc:sldLayoutChg>
        <pc:sldLayoutChg chg="del">
          <pc:chgData name="Janelle Ogrin" userId="93670917-c907-467e-b393-683e945285b2" providerId="ADAL" clId="{FFD45E08-1593-490D-9316-6EB450D9C7AB}" dt="2026-02-18T05:31:19.650" v="3" actId="47"/>
          <pc:sldLayoutMkLst>
            <pc:docMk/>
            <pc:sldMasterMk cId="981687886" sldId="2147483714"/>
            <pc:sldLayoutMk cId="2593161749" sldId="2147483717"/>
          </pc:sldLayoutMkLst>
        </pc:sldLayoutChg>
        <pc:sldLayoutChg chg="del">
          <pc:chgData name="Janelle Ogrin" userId="93670917-c907-467e-b393-683e945285b2" providerId="ADAL" clId="{FFD45E08-1593-490D-9316-6EB450D9C7AB}" dt="2026-02-18T05:31:19.650" v="3" actId="47"/>
          <pc:sldLayoutMkLst>
            <pc:docMk/>
            <pc:sldMasterMk cId="981687886" sldId="2147483714"/>
            <pc:sldLayoutMk cId="3326868568" sldId="2147483718"/>
          </pc:sldLayoutMkLst>
        </pc:sldLayoutChg>
        <pc:sldLayoutChg chg="del">
          <pc:chgData name="Janelle Ogrin" userId="93670917-c907-467e-b393-683e945285b2" providerId="ADAL" clId="{FFD45E08-1593-490D-9316-6EB450D9C7AB}" dt="2026-02-18T05:31:19.650" v="3" actId="47"/>
          <pc:sldLayoutMkLst>
            <pc:docMk/>
            <pc:sldMasterMk cId="981687886" sldId="2147483714"/>
            <pc:sldLayoutMk cId="1290302216" sldId="2147483719"/>
          </pc:sldLayoutMkLst>
        </pc:sldLayoutChg>
        <pc:sldLayoutChg chg="del">
          <pc:chgData name="Janelle Ogrin" userId="93670917-c907-467e-b393-683e945285b2" providerId="ADAL" clId="{FFD45E08-1593-490D-9316-6EB450D9C7AB}" dt="2026-02-18T05:31:19.650" v="3" actId="47"/>
          <pc:sldLayoutMkLst>
            <pc:docMk/>
            <pc:sldMasterMk cId="981687886" sldId="2147483714"/>
            <pc:sldLayoutMk cId="1521045309" sldId="2147483720"/>
          </pc:sldLayoutMkLst>
        </pc:sldLayoutChg>
        <pc:sldLayoutChg chg="del">
          <pc:chgData name="Janelle Ogrin" userId="93670917-c907-467e-b393-683e945285b2" providerId="ADAL" clId="{FFD45E08-1593-490D-9316-6EB450D9C7AB}" dt="2026-02-18T05:31:19.650" v="3" actId="47"/>
          <pc:sldLayoutMkLst>
            <pc:docMk/>
            <pc:sldMasterMk cId="981687886" sldId="2147483714"/>
            <pc:sldLayoutMk cId="1985207513" sldId="2147483721"/>
          </pc:sldLayoutMkLst>
        </pc:sldLayoutChg>
      </pc:sldMasterChg>
    </pc:docChg>
  </pc:docChgLst>
  <pc:docChgLst>
    <pc:chgData name="Divya Anne" userId="S::divya.anne@tpgtelecom.com.au::6f26dd74-f6ea-4f92-a8e8-d6d6181d6066" providerId="AD" clId="Web-{D6FB8204-0C7E-2C48-15C0-4343598A0139}"/>
    <pc:docChg chg="modSld">
      <pc:chgData name="Divya Anne" userId="S::divya.anne@tpgtelecom.com.au::6f26dd74-f6ea-4f92-a8e8-d6d6181d6066" providerId="AD" clId="Web-{D6FB8204-0C7E-2C48-15C0-4343598A0139}" dt="2026-02-19T02:22:19.378" v="168" actId="1076"/>
      <pc:docMkLst>
        <pc:docMk/>
      </pc:docMkLst>
      <pc:sldChg chg="modSp">
        <pc:chgData name="Divya Anne" userId="S::divya.anne@tpgtelecom.com.au::6f26dd74-f6ea-4f92-a8e8-d6d6181d6066" providerId="AD" clId="Web-{D6FB8204-0C7E-2C48-15C0-4343598A0139}" dt="2026-02-19T02:22:19.378" v="168" actId="1076"/>
        <pc:sldMkLst>
          <pc:docMk/>
          <pc:sldMk cId="3153707125" sldId="2147483408"/>
        </pc:sldMkLst>
        <pc:spChg chg="mod">
          <ac:chgData name="Divya Anne" userId="S::divya.anne@tpgtelecom.com.au::6f26dd74-f6ea-4f92-a8e8-d6d6181d6066" providerId="AD" clId="Web-{D6FB8204-0C7E-2C48-15C0-4343598A0139}" dt="2026-02-19T02:22:06.988" v="165" actId="1076"/>
          <ac:spMkLst>
            <pc:docMk/>
            <pc:sldMk cId="3153707125" sldId="2147483408"/>
            <ac:spMk id="6" creationId="{25739947-C8FC-6957-992A-B86FAE9C62D8}"/>
          </ac:spMkLst>
        </pc:spChg>
        <pc:spChg chg="mod">
          <ac:chgData name="Divya Anne" userId="S::divya.anne@tpgtelecom.com.au::6f26dd74-f6ea-4f92-a8e8-d6d6181d6066" providerId="AD" clId="Web-{D6FB8204-0C7E-2C48-15C0-4343598A0139}" dt="2026-02-19T02:22:13.847" v="166" actId="1076"/>
          <ac:spMkLst>
            <pc:docMk/>
            <pc:sldMk cId="3153707125" sldId="2147483408"/>
            <ac:spMk id="7" creationId="{3A9835C7-7AD2-B399-9BD5-0B5A06AC0FF1}"/>
          </ac:spMkLst>
        </pc:spChg>
        <pc:spChg chg="mod">
          <ac:chgData name="Divya Anne" userId="S::divya.anne@tpgtelecom.com.au::6f26dd74-f6ea-4f92-a8e8-d6d6181d6066" providerId="AD" clId="Web-{D6FB8204-0C7E-2C48-15C0-4343598A0139}" dt="2026-02-19T02:22:16.206" v="167" actId="1076"/>
          <ac:spMkLst>
            <pc:docMk/>
            <pc:sldMk cId="3153707125" sldId="2147483408"/>
            <ac:spMk id="8" creationId="{2B833C55-FE33-79AA-21F4-E9BDDF86AC47}"/>
          </ac:spMkLst>
        </pc:spChg>
        <pc:graphicFrameChg chg="mod">
          <ac:chgData name="Divya Anne" userId="S::divya.anne@tpgtelecom.com.au::6f26dd74-f6ea-4f92-a8e8-d6d6181d6066" providerId="AD" clId="Web-{D6FB8204-0C7E-2C48-15C0-4343598A0139}" dt="2026-02-19T02:22:19.378" v="168" actId="1076"/>
          <ac:graphicFrameMkLst>
            <pc:docMk/>
            <pc:sldMk cId="3153707125" sldId="2147483408"/>
            <ac:graphicFrameMk id="5" creationId="{50BC6BDF-1EE6-39CC-CD18-3BB23C1858FE}"/>
          </ac:graphicFrameMkLst>
        </pc:graphicFrameChg>
        <pc:graphicFrameChg chg="mod modGraphic">
          <ac:chgData name="Divya Anne" userId="S::divya.anne@tpgtelecom.com.au::6f26dd74-f6ea-4f92-a8e8-d6d6181d6066" providerId="AD" clId="Web-{D6FB8204-0C7E-2C48-15C0-4343598A0139}" dt="2026-02-19T02:22:02.128" v="164"/>
          <ac:graphicFrameMkLst>
            <pc:docMk/>
            <pc:sldMk cId="3153707125" sldId="2147483408"/>
            <ac:graphicFrameMk id="20" creationId="{7DE8CE1D-D4D4-FB36-ADA2-A8538AE0FC44}"/>
          </ac:graphicFrameMkLst>
        </pc:graphicFrameChg>
      </pc:sldChg>
      <pc:sldChg chg="modSp">
        <pc:chgData name="Divya Anne" userId="S::divya.anne@tpgtelecom.com.au::6f26dd74-f6ea-4f92-a8e8-d6d6181d6066" providerId="AD" clId="Web-{D6FB8204-0C7E-2C48-15C0-4343598A0139}" dt="2026-02-19T02:18:54.317" v="148"/>
        <pc:sldMkLst>
          <pc:docMk/>
          <pc:sldMk cId="2162968429" sldId="2147483409"/>
        </pc:sldMkLst>
        <pc:spChg chg="mod">
          <ac:chgData name="Divya Anne" userId="S::divya.anne@tpgtelecom.com.au::6f26dd74-f6ea-4f92-a8e8-d6d6181d6066" providerId="AD" clId="Web-{D6FB8204-0C7E-2C48-15C0-4343598A0139}" dt="2026-02-19T02:17:58.864" v="63" actId="1076"/>
          <ac:spMkLst>
            <pc:docMk/>
            <pc:sldMk cId="2162968429" sldId="2147483409"/>
            <ac:spMk id="3" creationId="{539F5F19-0C41-BD3F-DB48-DBDA6CFAB001}"/>
          </ac:spMkLst>
        </pc:spChg>
        <pc:graphicFrameChg chg="mod modGraphic">
          <ac:chgData name="Divya Anne" userId="S::divya.anne@tpgtelecom.com.au::6f26dd74-f6ea-4f92-a8e8-d6d6181d6066" providerId="AD" clId="Web-{D6FB8204-0C7E-2C48-15C0-4343598A0139}" dt="2026-02-19T02:18:54.317" v="148"/>
          <ac:graphicFrameMkLst>
            <pc:docMk/>
            <pc:sldMk cId="2162968429" sldId="2147483409"/>
            <ac:graphicFrameMk id="8" creationId="{496AB232-61C1-6001-3CDD-A0219AD5FE83}"/>
          </ac:graphicFrameMkLst>
        </pc:graphicFrameChg>
      </pc:sldChg>
    </pc:docChg>
  </pc:docChgLst>
  <pc:docChgLst>
    <pc:chgData name="Divya Anne" userId="S::divya.anne@tpgtelecom.com.au::6f26dd74-f6ea-4f92-a8e8-d6d6181d6066" providerId="AD" clId="Web-{40861E84-EAA3-2C17-16D3-231BB31677D8}"/>
    <pc:docChg chg="modSld">
      <pc:chgData name="Divya Anne" userId="S::divya.anne@tpgtelecom.com.au::6f26dd74-f6ea-4f92-a8e8-d6d6181d6066" providerId="AD" clId="Web-{40861E84-EAA3-2C17-16D3-231BB31677D8}" dt="2026-02-19T02:04:11.808" v="106"/>
      <pc:docMkLst>
        <pc:docMk/>
      </pc:docMkLst>
      <pc:sldChg chg="modSp">
        <pc:chgData name="Divya Anne" userId="S::divya.anne@tpgtelecom.com.au::6f26dd74-f6ea-4f92-a8e8-d6d6181d6066" providerId="AD" clId="Web-{40861E84-EAA3-2C17-16D3-231BB31677D8}" dt="2026-02-19T02:04:11.808" v="106"/>
        <pc:sldMkLst>
          <pc:docMk/>
          <pc:sldMk cId="2162968429" sldId="2147483409"/>
        </pc:sldMkLst>
        <pc:spChg chg="mod">
          <ac:chgData name="Divya Anne" userId="S::divya.anne@tpgtelecom.com.au::6f26dd74-f6ea-4f92-a8e8-d6d6181d6066" providerId="AD" clId="Web-{40861E84-EAA3-2C17-16D3-231BB31677D8}" dt="2026-02-19T01:58:49.788" v="45" actId="20577"/>
          <ac:spMkLst>
            <pc:docMk/>
            <pc:sldMk cId="2162968429" sldId="2147483409"/>
            <ac:spMk id="3" creationId="{539F5F19-0C41-BD3F-DB48-DBDA6CFAB001}"/>
          </ac:spMkLst>
        </pc:spChg>
        <pc:graphicFrameChg chg="mod modGraphic">
          <ac:chgData name="Divya Anne" userId="S::divya.anne@tpgtelecom.com.au::6f26dd74-f6ea-4f92-a8e8-d6d6181d6066" providerId="AD" clId="Web-{40861E84-EAA3-2C17-16D3-231BB31677D8}" dt="2026-02-19T02:04:11.808" v="106"/>
          <ac:graphicFrameMkLst>
            <pc:docMk/>
            <pc:sldMk cId="2162968429" sldId="2147483409"/>
            <ac:graphicFrameMk id="8" creationId="{496AB232-61C1-6001-3CDD-A0219AD5FE83}"/>
          </ac:graphicFrameMkLst>
        </pc:graphicFrameChg>
      </pc:sldChg>
    </pc:docChg>
  </pc:docChgLst>
  <pc:docChgLst>
    <pc:chgData name="Divya Anne" userId="S::divya.anne@tpgtelecom.com.au::6f26dd74-f6ea-4f92-a8e8-d6d6181d6066" providerId="AD" clId="Web-{1D74C653-BA7A-8841-8CCE-1C0382AE0F20}"/>
    <pc:docChg chg="addSld modSld">
      <pc:chgData name="Divya Anne" userId="S::divya.anne@tpgtelecom.com.au::6f26dd74-f6ea-4f92-a8e8-d6d6181d6066" providerId="AD" clId="Web-{1D74C653-BA7A-8841-8CCE-1C0382AE0F20}" dt="2026-02-19T04:49:23.766" v="108"/>
      <pc:docMkLst>
        <pc:docMk/>
      </pc:docMkLst>
      <pc:sldChg chg="addSp delSp modSp">
        <pc:chgData name="Divya Anne" userId="S::divya.anne@tpgtelecom.com.au::6f26dd74-f6ea-4f92-a8e8-d6d6181d6066" providerId="AD" clId="Web-{1D74C653-BA7A-8841-8CCE-1C0382AE0F20}" dt="2026-02-19T04:49:23.766" v="108"/>
        <pc:sldMkLst>
          <pc:docMk/>
          <pc:sldMk cId="3153707125" sldId="2147483408"/>
        </pc:sldMkLst>
        <pc:graphicFrameChg chg="mod">
          <ac:chgData name="Divya Anne" userId="S::divya.anne@tpgtelecom.com.au::6f26dd74-f6ea-4f92-a8e8-d6d6181d6066" providerId="AD" clId="Web-{1D74C653-BA7A-8841-8CCE-1C0382AE0F20}" dt="2026-02-19T04:18:41.450" v="15" actId="1076"/>
          <ac:graphicFrameMkLst>
            <pc:docMk/>
            <pc:sldMk cId="3153707125" sldId="2147483408"/>
            <ac:graphicFrameMk id="5" creationId="{50BC6BDF-1EE6-39CC-CD18-3BB23C1858FE}"/>
          </ac:graphicFrameMkLst>
        </pc:graphicFrameChg>
        <pc:graphicFrameChg chg="mod modGraphic">
          <ac:chgData name="Divya Anne" userId="S::divya.anne@tpgtelecom.com.au::6f26dd74-f6ea-4f92-a8e8-d6d6181d6066" providerId="AD" clId="Web-{1D74C653-BA7A-8841-8CCE-1C0382AE0F20}" dt="2026-02-19T04:49:23.766" v="108"/>
          <ac:graphicFrameMkLst>
            <pc:docMk/>
            <pc:sldMk cId="3153707125" sldId="2147483408"/>
            <ac:graphicFrameMk id="20" creationId="{7DE8CE1D-D4D4-FB36-ADA2-A8538AE0FC44}"/>
          </ac:graphicFrameMkLst>
        </pc:graphicFrameChg>
        <pc:picChg chg="add del mod">
          <ac:chgData name="Divya Anne" userId="S::divya.anne@tpgtelecom.com.au::6f26dd74-f6ea-4f92-a8e8-d6d6181d6066" providerId="AD" clId="Web-{1D74C653-BA7A-8841-8CCE-1C0382AE0F20}" dt="2026-02-19T04:20:37.135" v="25"/>
          <ac:picMkLst>
            <pc:docMk/>
            <pc:sldMk cId="3153707125" sldId="2147483408"/>
            <ac:picMk id="24" creationId="{677FE62E-09B7-5A98-0459-468AD697B56B}"/>
          </ac:picMkLst>
        </pc:picChg>
      </pc:sldChg>
      <pc:sldChg chg="modSp">
        <pc:chgData name="Divya Anne" userId="S::divya.anne@tpgtelecom.com.au::6f26dd74-f6ea-4f92-a8e8-d6d6181d6066" providerId="AD" clId="Web-{1D74C653-BA7A-8841-8CCE-1C0382AE0F20}" dt="2026-02-19T04:24:42.909" v="26" actId="14100"/>
        <pc:sldMkLst>
          <pc:docMk/>
          <pc:sldMk cId="2162968429" sldId="2147483409"/>
        </pc:sldMkLst>
        <pc:spChg chg="mod">
          <ac:chgData name="Divya Anne" userId="S::divya.anne@tpgtelecom.com.au::6f26dd74-f6ea-4f92-a8e8-d6d6181d6066" providerId="AD" clId="Web-{1D74C653-BA7A-8841-8CCE-1C0382AE0F20}" dt="2026-02-19T04:24:42.909" v="26" actId="14100"/>
          <ac:spMkLst>
            <pc:docMk/>
            <pc:sldMk cId="2162968429" sldId="2147483409"/>
            <ac:spMk id="3" creationId="{539F5F19-0C41-BD3F-DB48-DBDA6CFAB001}"/>
          </ac:spMkLst>
        </pc:spChg>
      </pc:sldChg>
      <pc:sldChg chg="addSp modSp new">
        <pc:chgData name="Divya Anne" userId="S::divya.anne@tpgtelecom.com.au::6f26dd74-f6ea-4f92-a8e8-d6d6181d6066" providerId="AD" clId="Web-{1D74C653-BA7A-8841-8CCE-1C0382AE0F20}" dt="2026-02-19T04:48:27.921" v="104" actId="20577"/>
        <pc:sldMkLst>
          <pc:docMk/>
          <pc:sldMk cId="952788380" sldId="2147483410"/>
        </pc:sldMkLst>
        <pc:spChg chg="mod">
          <ac:chgData name="Divya Anne" userId="S::divya.anne@tpgtelecom.com.au::6f26dd74-f6ea-4f92-a8e8-d6d6181d6066" providerId="AD" clId="Web-{1D74C653-BA7A-8841-8CCE-1C0382AE0F20}" dt="2026-02-19T04:39:07.221" v="64" actId="20577"/>
          <ac:spMkLst>
            <pc:docMk/>
            <pc:sldMk cId="952788380" sldId="2147483410"/>
            <ac:spMk id="2" creationId="{42BA638C-4D69-3A99-3EE5-F9DBAD42066E}"/>
          </ac:spMkLst>
        </pc:spChg>
        <pc:spChg chg="mod">
          <ac:chgData name="Divya Anne" userId="S::divya.anne@tpgtelecom.com.au::6f26dd74-f6ea-4f92-a8e8-d6d6181d6066" providerId="AD" clId="Web-{1D74C653-BA7A-8841-8CCE-1C0382AE0F20}" dt="2026-02-19T04:48:27.921" v="104" actId="20577"/>
          <ac:spMkLst>
            <pc:docMk/>
            <pc:sldMk cId="952788380" sldId="2147483410"/>
            <ac:spMk id="3" creationId="{35191967-6C1E-2EF8-2373-90723E48E7E5}"/>
          </ac:spMkLst>
        </pc:spChg>
        <pc:spChg chg="mod">
          <ac:chgData name="Divya Anne" userId="S::divya.anne@tpgtelecom.com.au::6f26dd74-f6ea-4f92-a8e8-d6d6181d6066" providerId="AD" clId="Web-{1D74C653-BA7A-8841-8CCE-1C0382AE0F20}" dt="2026-02-19T04:39:02.314" v="60" actId="20577"/>
          <ac:spMkLst>
            <pc:docMk/>
            <pc:sldMk cId="952788380" sldId="2147483410"/>
            <ac:spMk id="4" creationId="{0E0DD8DF-5BD3-712C-20F5-F27210D6A5D8}"/>
          </ac:spMkLst>
        </pc:spChg>
        <pc:picChg chg="add mod">
          <ac:chgData name="Divya Anne" userId="S::divya.anne@tpgtelecom.com.au::6f26dd74-f6ea-4f92-a8e8-d6d6181d6066" providerId="AD" clId="Web-{1D74C653-BA7A-8841-8CCE-1C0382AE0F20}" dt="2026-02-19T04:43:07.427" v="90" actId="1076"/>
          <ac:picMkLst>
            <pc:docMk/>
            <pc:sldMk cId="952788380" sldId="2147483410"/>
            <ac:picMk id="8" creationId="{CABB3548-B541-4202-EA72-EA6E3C3BA392}"/>
          </ac:picMkLst>
        </pc:picChg>
        <pc:picChg chg="add mod">
          <ac:chgData name="Divya Anne" userId="S::divya.anne@tpgtelecom.com.au::6f26dd74-f6ea-4f92-a8e8-d6d6181d6066" providerId="AD" clId="Web-{1D74C653-BA7A-8841-8CCE-1C0382AE0F20}" dt="2026-02-19T04:41:14.911" v="78" actId="1076"/>
          <ac:picMkLst>
            <pc:docMk/>
            <pc:sldMk cId="952788380" sldId="2147483410"/>
            <ac:picMk id="9" creationId="{227DC46B-D8A3-FA4C-D4D1-4A794F5B96DD}"/>
          </ac:picMkLst>
        </pc:picChg>
        <pc:picChg chg="add mod">
          <ac:chgData name="Divya Anne" userId="S::divya.anne@tpgtelecom.com.au::6f26dd74-f6ea-4f92-a8e8-d6d6181d6066" providerId="AD" clId="Web-{1D74C653-BA7A-8841-8CCE-1C0382AE0F20}" dt="2026-02-19T04:43:04.255" v="89" actId="1076"/>
          <ac:picMkLst>
            <pc:docMk/>
            <pc:sldMk cId="952788380" sldId="2147483410"/>
            <ac:picMk id="10" creationId="{7C739F57-347E-3BAB-5D60-412E0DC4B9A9}"/>
          </ac:picMkLst>
        </pc:picChg>
        <pc:picChg chg="add mod">
          <ac:chgData name="Divya Anne" userId="S::divya.anne@tpgtelecom.com.au::6f26dd74-f6ea-4f92-a8e8-d6d6181d6066" providerId="AD" clId="Web-{1D74C653-BA7A-8841-8CCE-1C0382AE0F20}" dt="2026-02-19T04:45:07.343" v="93" actId="1076"/>
          <ac:picMkLst>
            <pc:docMk/>
            <pc:sldMk cId="952788380" sldId="2147483410"/>
            <ac:picMk id="11" creationId="{7DC8A3DF-7FF1-86E5-3E01-64DC57606B2D}"/>
          </ac:picMkLst>
        </pc:picChg>
      </pc:sldChg>
    </pc:docChg>
  </pc:docChgLst>
  <pc:docChgLst>
    <pc:chgData name="Divya Anne" userId="S::divya.anne@tpgtelecom.com.au::6f26dd74-f6ea-4f92-a8e8-d6d6181d6066" providerId="AD" clId="Web-{FB61D6FB-1B59-4221-B470-52719F066F84}"/>
    <pc:docChg chg="modSld">
      <pc:chgData name="Divya Anne" userId="S::divya.anne@tpgtelecom.com.au::6f26dd74-f6ea-4f92-a8e8-d6d6181d6066" providerId="AD" clId="Web-{FB61D6FB-1B59-4221-B470-52719F066F84}" dt="2026-02-19T01:54:25.491" v="99" actId="20577"/>
      <pc:docMkLst>
        <pc:docMk/>
      </pc:docMkLst>
      <pc:sldChg chg="modSp">
        <pc:chgData name="Divya Anne" userId="S::divya.anne@tpgtelecom.com.au::6f26dd74-f6ea-4f92-a8e8-d6d6181d6066" providerId="AD" clId="Web-{FB61D6FB-1B59-4221-B470-52719F066F84}" dt="2026-02-19T01:54:25.491" v="99" actId="20577"/>
        <pc:sldMkLst>
          <pc:docMk/>
          <pc:sldMk cId="2162968429" sldId="2147483409"/>
        </pc:sldMkLst>
        <pc:spChg chg="mod">
          <ac:chgData name="Divya Anne" userId="S::divya.anne@tpgtelecom.com.au::6f26dd74-f6ea-4f92-a8e8-d6d6181d6066" providerId="AD" clId="Web-{FB61D6FB-1B59-4221-B470-52719F066F84}" dt="2026-02-19T01:54:25.491" v="99" actId="20577"/>
          <ac:spMkLst>
            <pc:docMk/>
            <pc:sldMk cId="2162968429" sldId="2147483409"/>
            <ac:spMk id="3" creationId="{539F5F19-0C41-BD3F-DB48-DBDA6CFAB001}"/>
          </ac:spMkLst>
        </pc:spChg>
      </pc:sldChg>
    </pc:docChg>
  </pc:docChgLst>
  <pc:docChgLst>
    <pc:chgData name="Divya Anne" userId="S::divya.anne@tpgtelecom.com.au::6f26dd74-f6ea-4f92-a8e8-d6d6181d6066" providerId="AD" clId="Web-{D77A99A1-7B6E-71BD-1E9D-49AECC24E352}"/>
    <pc:docChg chg="modSld">
      <pc:chgData name="Divya Anne" userId="S::divya.anne@tpgtelecom.com.au::6f26dd74-f6ea-4f92-a8e8-d6d6181d6066" providerId="AD" clId="Web-{D77A99A1-7B6E-71BD-1E9D-49AECC24E352}" dt="2026-02-19T21:54:24.013" v="1"/>
      <pc:docMkLst>
        <pc:docMk/>
      </pc:docMkLst>
      <pc:sldChg chg="modSp">
        <pc:chgData name="Divya Anne" userId="S::divya.anne@tpgtelecom.com.au::6f26dd74-f6ea-4f92-a8e8-d6d6181d6066" providerId="AD" clId="Web-{D77A99A1-7B6E-71BD-1E9D-49AECC24E352}" dt="2026-02-19T21:54:24.013" v="1"/>
        <pc:sldMkLst>
          <pc:docMk/>
          <pc:sldMk cId="2162968429" sldId="2147483409"/>
        </pc:sldMkLst>
        <pc:graphicFrameChg chg="modGraphic">
          <ac:chgData name="Divya Anne" userId="S::divya.anne@tpgtelecom.com.au::6f26dd74-f6ea-4f92-a8e8-d6d6181d6066" providerId="AD" clId="Web-{D77A99A1-7B6E-71BD-1E9D-49AECC24E352}" dt="2026-02-19T21:54:24.013" v="1"/>
          <ac:graphicFrameMkLst>
            <pc:docMk/>
            <pc:sldMk cId="2162968429" sldId="2147483409"/>
            <ac:graphicFrameMk id="8" creationId="{496AB232-61C1-6001-3CDD-A0219AD5FE83}"/>
          </ac:graphicFrameMkLst>
        </pc:graphicFrameChg>
      </pc:sldChg>
    </pc:docChg>
  </pc:docChgLst>
  <pc:docChgLst>
    <pc:chgData name="Divya Anne" userId="S::divya.anne@tpgtelecom.com.au::6f26dd74-f6ea-4f92-a8e8-d6d6181d6066" providerId="AD" clId="Web-{4B8F1B06-964B-AEDC-CDFB-1B2B07C13F61}"/>
    <pc:docChg chg="modSld">
      <pc:chgData name="Divya Anne" userId="S::divya.anne@tpgtelecom.com.au::6f26dd74-f6ea-4f92-a8e8-d6d6181d6066" providerId="AD" clId="Web-{4B8F1B06-964B-AEDC-CDFB-1B2B07C13F61}" dt="2026-02-19T04:04:39.912" v="1"/>
      <pc:docMkLst>
        <pc:docMk/>
      </pc:docMkLst>
      <pc:sldChg chg="modSp">
        <pc:chgData name="Divya Anne" userId="S::divya.anne@tpgtelecom.com.au::6f26dd74-f6ea-4f92-a8e8-d6d6181d6066" providerId="AD" clId="Web-{4B8F1B06-964B-AEDC-CDFB-1B2B07C13F61}" dt="2026-02-19T04:04:39.912" v="1"/>
        <pc:sldMkLst>
          <pc:docMk/>
          <pc:sldMk cId="3153707125" sldId="2147483408"/>
        </pc:sldMkLst>
        <pc:graphicFrameChg chg="mod modGraphic">
          <ac:chgData name="Divya Anne" userId="S::divya.anne@tpgtelecom.com.au::6f26dd74-f6ea-4f92-a8e8-d6d6181d6066" providerId="AD" clId="Web-{4B8F1B06-964B-AEDC-CDFB-1B2B07C13F61}" dt="2026-02-19T04:04:39.912" v="1"/>
          <ac:graphicFrameMkLst>
            <pc:docMk/>
            <pc:sldMk cId="3153707125" sldId="2147483408"/>
            <ac:graphicFrameMk id="20" creationId="{7DE8CE1D-D4D4-FB36-ADA2-A8538AE0FC44}"/>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AEDA29-C9F4-48E1-BD66-8B2ED2D569AB}"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AU"/>
        </a:p>
      </dgm:t>
    </dgm:pt>
    <dgm:pt modelId="{E37EA9EA-3071-4C48-ADF5-73A35011E2A7}">
      <dgm:prSet phldrT="[Text]" phldr="0"/>
      <dgm:spPr/>
      <dgm:t>
        <a:bodyPr/>
        <a:lstStyle/>
        <a:p>
          <a:r>
            <a:rPr lang="en-US"/>
            <a:t>Phase 1</a:t>
          </a:r>
          <a:endParaRPr lang="en-AU"/>
        </a:p>
      </dgm:t>
    </dgm:pt>
    <dgm:pt modelId="{4F6C9B6A-3E22-4D2B-8CA0-4678A3494AC0}" type="parTrans" cxnId="{A347E389-CD61-453B-9B92-14B94DD314CD}">
      <dgm:prSet/>
      <dgm:spPr/>
      <dgm:t>
        <a:bodyPr/>
        <a:lstStyle/>
        <a:p>
          <a:endParaRPr lang="en-AU"/>
        </a:p>
      </dgm:t>
    </dgm:pt>
    <dgm:pt modelId="{5A9DAC5C-E9A2-4F29-8C83-79AF4F2A40CF}" type="sibTrans" cxnId="{A347E389-CD61-453B-9B92-14B94DD314CD}">
      <dgm:prSet/>
      <dgm:spPr/>
      <dgm:t>
        <a:bodyPr/>
        <a:lstStyle/>
        <a:p>
          <a:endParaRPr lang="en-AU"/>
        </a:p>
      </dgm:t>
    </dgm:pt>
    <dgm:pt modelId="{73BC3812-EB51-46D7-9295-5549CF93D025}">
      <dgm:prSet phldrT="[Text]" phldr="0"/>
      <dgm:spPr>
        <a:solidFill>
          <a:schemeClr val="accent1">
            <a:lumMod val="20000"/>
            <a:lumOff val="80000"/>
          </a:schemeClr>
        </a:solidFill>
      </dgm:spPr>
      <dgm:t>
        <a:bodyPr/>
        <a:lstStyle/>
        <a:p>
          <a:r>
            <a:rPr lang="en-US"/>
            <a:t>Phase 2</a:t>
          </a:r>
          <a:endParaRPr lang="en-AU"/>
        </a:p>
      </dgm:t>
    </dgm:pt>
    <dgm:pt modelId="{BA118E7F-55A7-4BCA-BA67-728A36E24D1A}" type="parTrans" cxnId="{A6FE76A1-EA53-45B3-8738-719B25C4487C}">
      <dgm:prSet/>
      <dgm:spPr/>
      <dgm:t>
        <a:bodyPr/>
        <a:lstStyle/>
        <a:p>
          <a:endParaRPr lang="en-AU"/>
        </a:p>
      </dgm:t>
    </dgm:pt>
    <dgm:pt modelId="{0A9C005E-47CA-4154-9331-27C9DF34C7C0}" type="sibTrans" cxnId="{A6FE76A1-EA53-45B3-8738-719B25C4487C}">
      <dgm:prSet/>
      <dgm:spPr/>
      <dgm:t>
        <a:bodyPr/>
        <a:lstStyle/>
        <a:p>
          <a:endParaRPr lang="en-AU"/>
        </a:p>
      </dgm:t>
    </dgm:pt>
    <dgm:pt modelId="{8CA3765C-5D89-436F-B1A7-55A2AB922FD7}">
      <dgm:prSet phldrT="[Text]" phldr="0"/>
      <dgm:spPr>
        <a:solidFill>
          <a:schemeClr val="accent1">
            <a:lumMod val="20000"/>
            <a:lumOff val="80000"/>
          </a:schemeClr>
        </a:solidFill>
      </dgm:spPr>
      <dgm:t>
        <a:bodyPr/>
        <a:lstStyle/>
        <a:p>
          <a:r>
            <a:rPr lang="en-US"/>
            <a:t>Phase 3</a:t>
          </a:r>
          <a:endParaRPr lang="en-AU"/>
        </a:p>
      </dgm:t>
    </dgm:pt>
    <dgm:pt modelId="{2C6DAAD6-95C3-4794-8165-90F83D6E88C7}" type="parTrans" cxnId="{757C9978-9B06-447C-B14A-6B70E94E4B77}">
      <dgm:prSet/>
      <dgm:spPr/>
      <dgm:t>
        <a:bodyPr/>
        <a:lstStyle/>
        <a:p>
          <a:endParaRPr lang="en-AU"/>
        </a:p>
      </dgm:t>
    </dgm:pt>
    <dgm:pt modelId="{9EEC0A37-FF06-45CD-B7F9-34BD46F84B0F}" type="sibTrans" cxnId="{757C9978-9B06-447C-B14A-6B70E94E4B77}">
      <dgm:prSet/>
      <dgm:spPr/>
      <dgm:t>
        <a:bodyPr/>
        <a:lstStyle/>
        <a:p>
          <a:endParaRPr lang="en-AU"/>
        </a:p>
      </dgm:t>
    </dgm:pt>
    <dgm:pt modelId="{016B0DE9-32A8-4A53-B4DF-EB02CD5B6573}" type="pres">
      <dgm:prSet presAssocID="{F5AEDA29-C9F4-48E1-BD66-8B2ED2D569AB}" presName="Name0" presStyleCnt="0">
        <dgm:presLayoutVars>
          <dgm:dir/>
          <dgm:animLvl val="lvl"/>
          <dgm:resizeHandles val="exact"/>
        </dgm:presLayoutVars>
      </dgm:prSet>
      <dgm:spPr/>
    </dgm:pt>
    <dgm:pt modelId="{C6A08DF5-D31A-40FD-8B24-43AC55EC3533}" type="pres">
      <dgm:prSet presAssocID="{E37EA9EA-3071-4C48-ADF5-73A35011E2A7}" presName="parTxOnly" presStyleLbl="node1" presStyleIdx="0" presStyleCnt="3">
        <dgm:presLayoutVars>
          <dgm:chMax val="0"/>
          <dgm:chPref val="0"/>
          <dgm:bulletEnabled val="1"/>
        </dgm:presLayoutVars>
      </dgm:prSet>
      <dgm:spPr/>
    </dgm:pt>
    <dgm:pt modelId="{B11C6FAE-1200-48C4-834B-CCB0D58EE5FC}" type="pres">
      <dgm:prSet presAssocID="{5A9DAC5C-E9A2-4F29-8C83-79AF4F2A40CF}" presName="parTxOnlySpace" presStyleCnt="0"/>
      <dgm:spPr/>
    </dgm:pt>
    <dgm:pt modelId="{0BA39F4E-88B7-4076-BA45-D998115158D1}" type="pres">
      <dgm:prSet presAssocID="{73BC3812-EB51-46D7-9295-5549CF93D025}" presName="parTxOnly" presStyleLbl="node1" presStyleIdx="1" presStyleCnt="3">
        <dgm:presLayoutVars>
          <dgm:chMax val="0"/>
          <dgm:chPref val="0"/>
          <dgm:bulletEnabled val="1"/>
        </dgm:presLayoutVars>
      </dgm:prSet>
      <dgm:spPr/>
    </dgm:pt>
    <dgm:pt modelId="{2BCF0539-7952-4E6D-8B87-0242547500BE}" type="pres">
      <dgm:prSet presAssocID="{0A9C005E-47CA-4154-9331-27C9DF34C7C0}" presName="parTxOnlySpace" presStyleCnt="0"/>
      <dgm:spPr/>
    </dgm:pt>
    <dgm:pt modelId="{887098FA-B305-467F-B0C5-F35EBF67C609}" type="pres">
      <dgm:prSet presAssocID="{8CA3765C-5D89-436F-B1A7-55A2AB922FD7}" presName="parTxOnly" presStyleLbl="node1" presStyleIdx="2" presStyleCnt="3">
        <dgm:presLayoutVars>
          <dgm:chMax val="0"/>
          <dgm:chPref val="0"/>
          <dgm:bulletEnabled val="1"/>
        </dgm:presLayoutVars>
      </dgm:prSet>
      <dgm:spPr/>
    </dgm:pt>
  </dgm:ptLst>
  <dgm:cxnLst>
    <dgm:cxn modelId="{757C9978-9B06-447C-B14A-6B70E94E4B77}" srcId="{F5AEDA29-C9F4-48E1-BD66-8B2ED2D569AB}" destId="{8CA3765C-5D89-436F-B1A7-55A2AB922FD7}" srcOrd="2" destOrd="0" parTransId="{2C6DAAD6-95C3-4794-8165-90F83D6E88C7}" sibTransId="{9EEC0A37-FF06-45CD-B7F9-34BD46F84B0F}"/>
    <dgm:cxn modelId="{1A0C7D83-61A4-4971-8105-D2A8A7F2978F}" type="presOf" srcId="{73BC3812-EB51-46D7-9295-5549CF93D025}" destId="{0BA39F4E-88B7-4076-BA45-D998115158D1}" srcOrd="0" destOrd="0" presId="urn:microsoft.com/office/officeart/2005/8/layout/chevron1"/>
    <dgm:cxn modelId="{A347E389-CD61-453B-9B92-14B94DD314CD}" srcId="{F5AEDA29-C9F4-48E1-BD66-8B2ED2D569AB}" destId="{E37EA9EA-3071-4C48-ADF5-73A35011E2A7}" srcOrd="0" destOrd="0" parTransId="{4F6C9B6A-3E22-4D2B-8CA0-4678A3494AC0}" sibTransId="{5A9DAC5C-E9A2-4F29-8C83-79AF4F2A40CF}"/>
    <dgm:cxn modelId="{CCE2FE92-0C1A-4245-8433-22BA0E75A322}" type="presOf" srcId="{E37EA9EA-3071-4C48-ADF5-73A35011E2A7}" destId="{C6A08DF5-D31A-40FD-8B24-43AC55EC3533}" srcOrd="0" destOrd="0" presId="urn:microsoft.com/office/officeart/2005/8/layout/chevron1"/>
    <dgm:cxn modelId="{A6FE76A1-EA53-45B3-8738-719B25C4487C}" srcId="{F5AEDA29-C9F4-48E1-BD66-8B2ED2D569AB}" destId="{73BC3812-EB51-46D7-9295-5549CF93D025}" srcOrd="1" destOrd="0" parTransId="{BA118E7F-55A7-4BCA-BA67-728A36E24D1A}" sibTransId="{0A9C005E-47CA-4154-9331-27C9DF34C7C0}"/>
    <dgm:cxn modelId="{059C9AA6-8178-45EF-8DE2-D228081AF381}" type="presOf" srcId="{F5AEDA29-C9F4-48E1-BD66-8B2ED2D569AB}" destId="{016B0DE9-32A8-4A53-B4DF-EB02CD5B6573}" srcOrd="0" destOrd="0" presId="urn:microsoft.com/office/officeart/2005/8/layout/chevron1"/>
    <dgm:cxn modelId="{33F9E1D4-087E-4BDB-A3BE-020FD5CE4E15}" type="presOf" srcId="{8CA3765C-5D89-436F-B1A7-55A2AB922FD7}" destId="{887098FA-B305-467F-B0C5-F35EBF67C609}" srcOrd="0" destOrd="0" presId="urn:microsoft.com/office/officeart/2005/8/layout/chevron1"/>
    <dgm:cxn modelId="{722854D1-93DB-47C9-88D1-509F31219A80}" type="presParOf" srcId="{016B0DE9-32A8-4A53-B4DF-EB02CD5B6573}" destId="{C6A08DF5-D31A-40FD-8B24-43AC55EC3533}" srcOrd="0" destOrd="0" presId="urn:microsoft.com/office/officeart/2005/8/layout/chevron1"/>
    <dgm:cxn modelId="{484EEB8F-2EDA-4C90-A62B-EAC0AB5D6AC1}" type="presParOf" srcId="{016B0DE9-32A8-4A53-B4DF-EB02CD5B6573}" destId="{B11C6FAE-1200-48C4-834B-CCB0D58EE5FC}" srcOrd="1" destOrd="0" presId="urn:microsoft.com/office/officeart/2005/8/layout/chevron1"/>
    <dgm:cxn modelId="{1F3ADE80-1CE9-416D-A528-CD40C0498DEE}" type="presParOf" srcId="{016B0DE9-32A8-4A53-B4DF-EB02CD5B6573}" destId="{0BA39F4E-88B7-4076-BA45-D998115158D1}" srcOrd="2" destOrd="0" presId="urn:microsoft.com/office/officeart/2005/8/layout/chevron1"/>
    <dgm:cxn modelId="{E3049522-4E21-4611-BF44-A16C5AAA207E}" type="presParOf" srcId="{016B0DE9-32A8-4A53-B4DF-EB02CD5B6573}" destId="{2BCF0539-7952-4E6D-8B87-0242547500BE}" srcOrd="3" destOrd="0" presId="urn:microsoft.com/office/officeart/2005/8/layout/chevron1"/>
    <dgm:cxn modelId="{00609D72-9FA1-46DF-9B35-4DF6469D6025}" type="presParOf" srcId="{016B0DE9-32A8-4A53-B4DF-EB02CD5B6573}" destId="{887098FA-B305-467F-B0C5-F35EBF67C609}" srcOrd="4"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A08DF5-D31A-40FD-8B24-43AC55EC3533}">
      <dsp:nvSpPr>
        <dsp:cNvPr id="0" name=""/>
        <dsp:cNvSpPr/>
      </dsp:nvSpPr>
      <dsp:spPr>
        <a:xfrm>
          <a:off x="1506" y="0"/>
          <a:ext cx="1835354" cy="30231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a:t>Phase 1</a:t>
          </a:r>
          <a:endParaRPr lang="en-AU" sz="1800" kern="1200"/>
        </a:p>
      </dsp:txBody>
      <dsp:txXfrm>
        <a:off x="152661" y="0"/>
        <a:ext cx="1533044" cy="302310"/>
      </dsp:txXfrm>
    </dsp:sp>
    <dsp:sp modelId="{0BA39F4E-88B7-4076-BA45-D998115158D1}">
      <dsp:nvSpPr>
        <dsp:cNvPr id="0" name=""/>
        <dsp:cNvSpPr/>
      </dsp:nvSpPr>
      <dsp:spPr>
        <a:xfrm>
          <a:off x="1653325" y="0"/>
          <a:ext cx="1835354" cy="302310"/>
        </a:xfrm>
        <a:prstGeom prst="chevron">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a:t>Phase 2</a:t>
          </a:r>
          <a:endParaRPr lang="en-AU" sz="1800" kern="1200"/>
        </a:p>
      </dsp:txBody>
      <dsp:txXfrm>
        <a:off x="1804480" y="0"/>
        <a:ext cx="1533044" cy="302310"/>
      </dsp:txXfrm>
    </dsp:sp>
    <dsp:sp modelId="{887098FA-B305-467F-B0C5-F35EBF67C609}">
      <dsp:nvSpPr>
        <dsp:cNvPr id="0" name=""/>
        <dsp:cNvSpPr/>
      </dsp:nvSpPr>
      <dsp:spPr>
        <a:xfrm>
          <a:off x="3305144" y="0"/>
          <a:ext cx="1835354" cy="302310"/>
        </a:xfrm>
        <a:prstGeom prst="chevron">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kern="1200"/>
            <a:t>Phase 3</a:t>
          </a:r>
          <a:endParaRPr lang="en-AU" sz="1800" kern="1200"/>
        </a:p>
      </dsp:txBody>
      <dsp:txXfrm>
        <a:off x="3456299" y="0"/>
        <a:ext cx="1533044" cy="30231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2E52D-1B51-4C96-94D3-219345E566F1}" type="datetimeFigureOut">
              <a:rPr lang="en-AU" smtClean="0"/>
              <a:t>20/02/2026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FC7B01-DC72-4D17-A3F8-FD5FFF601A6C}" type="slidenum">
              <a:rPr lang="en-AU" smtClean="0"/>
              <a:t>‹#›</a:t>
            </a:fld>
            <a:endParaRPr lang="en-AU"/>
          </a:p>
        </p:txBody>
      </p:sp>
    </p:spTree>
    <p:extLst>
      <p:ext uri="{BB962C8B-B14F-4D97-AF65-F5344CB8AC3E}">
        <p14:creationId xmlns:p14="http://schemas.microsoft.com/office/powerpoint/2010/main" val="3956723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4A91F-6027-56BD-0A3F-1EB71788B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05E92-08BE-717B-C848-724E5541D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5A8D6-6CAD-1141-37E6-2D62714669E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2E22385-DC76-1F7C-0459-FB338C10F5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77459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B6C86-44EA-F4E4-6AC1-867F6BB14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F0383-3D06-87D0-331D-5D5645867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DC8FB-F24E-D515-5D07-DEBB1DF2B57E}"/>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668AF169-1024-2DEC-E0C7-D5F8F7F2F4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9069460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23.xml"/><Relationship Id="rId7" Type="http://schemas.openxmlformats.org/officeDocument/2006/relationships/oleObject" Target="../embeddings/oleObject2.bin"/><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1.xml"/><Relationship Id="rId11" Type="http://schemas.openxmlformats.org/officeDocument/2006/relationships/image" Target="../media/image6.png"/><Relationship Id="rId5" Type="http://schemas.openxmlformats.org/officeDocument/2006/relationships/tags" Target="../tags/tag25.xml"/><Relationship Id="rId10" Type="http://schemas.openxmlformats.org/officeDocument/2006/relationships/image" Target="../media/image5.png"/><Relationship Id="rId4" Type="http://schemas.openxmlformats.org/officeDocument/2006/relationships/tags" Target="../tags/tag24.xml"/><Relationship Id="rId9"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10" Type="http://schemas.openxmlformats.org/officeDocument/2006/relationships/image" Target="../media/image1.emf"/><Relationship Id="rId4" Type="http://schemas.openxmlformats.org/officeDocument/2006/relationships/tags" Target="../tags/tag29.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9"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7.png"/><Relationship Id="rId4" Type="http://schemas.openxmlformats.org/officeDocument/2006/relationships/tags" Target="../tags/tag42.xml"/><Relationship Id="rId9"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47.xml"/><Relationship Id="rId7" Type="http://schemas.openxmlformats.org/officeDocument/2006/relationships/slideMaster" Target="../slideMasters/slideMaster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9"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3.xml"/><Relationship Id="rId7" Type="http://schemas.openxmlformats.org/officeDocument/2006/relationships/tags" Target="../tags/tag57.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10" Type="http://schemas.openxmlformats.org/officeDocument/2006/relationships/image" Target="../media/image3.emf"/><Relationship Id="rId4" Type="http://schemas.openxmlformats.org/officeDocument/2006/relationships/tags" Target="../tags/tag54.xml"/><Relationship Id="rId9"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5.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image" Target="../media/image2.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image" Target="../media/image1.emf"/><Relationship Id="rId5" Type="http://schemas.openxmlformats.org/officeDocument/2006/relationships/tags" Target="../tags/tag62.xml"/><Relationship Id="rId10" Type="http://schemas.openxmlformats.org/officeDocument/2006/relationships/oleObject" Target="../embeddings/oleObject8.bin"/><Relationship Id="rId4" Type="http://schemas.openxmlformats.org/officeDocument/2006/relationships/tags" Target="../tags/tag61.xml"/><Relationship Id="rId9"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3.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image" Target="../media/image8.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image" Target="../media/image1.emf"/><Relationship Id="rId5" Type="http://schemas.openxmlformats.org/officeDocument/2006/relationships/tags" Target="../tags/tag70.xml"/><Relationship Id="rId10" Type="http://schemas.openxmlformats.org/officeDocument/2006/relationships/oleObject" Target="../embeddings/oleObject9.bin"/><Relationship Id="rId4" Type="http://schemas.openxmlformats.org/officeDocument/2006/relationships/tags" Target="../tags/tag69.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1.xml"/><Relationship Id="rId3" Type="http://schemas.openxmlformats.org/officeDocument/2006/relationships/tags" Target="../tags/tag76.xml"/><Relationship Id="rId7" Type="http://schemas.openxmlformats.org/officeDocument/2006/relationships/tags" Target="../tags/tag80.xml"/><Relationship Id="rId12" Type="http://schemas.openxmlformats.org/officeDocument/2006/relationships/image" Target="../media/image8.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image" Target="../media/image1.emf"/><Relationship Id="rId5" Type="http://schemas.openxmlformats.org/officeDocument/2006/relationships/tags" Target="../tags/tag78.xml"/><Relationship Id="rId10" Type="http://schemas.openxmlformats.org/officeDocument/2006/relationships/oleObject" Target="../embeddings/oleObject9.bin"/><Relationship Id="rId4" Type="http://schemas.openxmlformats.org/officeDocument/2006/relationships/tags" Target="../tags/tag77.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89.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image" Target="../media/image8.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image" Target="../media/image1.emf"/><Relationship Id="rId5" Type="http://schemas.openxmlformats.org/officeDocument/2006/relationships/tags" Target="../tags/tag86.xml"/><Relationship Id="rId10" Type="http://schemas.openxmlformats.org/officeDocument/2006/relationships/oleObject" Target="../embeddings/oleObject9.bin"/><Relationship Id="rId4" Type="http://schemas.openxmlformats.org/officeDocument/2006/relationships/tags" Target="../tags/tag85.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image" Target="../media/image2.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image" Target="../media/image1.emf"/><Relationship Id="rId5" Type="http://schemas.openxmlformats.org/officeDocument/2006/relationships/tags" Target="../tags/tag94.xml"/><Relationship Id="rId10" Type="http://schemas.openxmlformats.org/officeDocument/2006/relationships/oleObject" Target="../embeddings/oleObject10.bin"/><Relationship Id="rId4" Type="http://schemas.openxmlformats.org/officeDocument/2006/relationships/tags" Target="../tags/tag93.xml"/><Relationship Id="rId9"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05.xml"/><Relationship Id="rId3" Type="http://schemas.openxmlformats.org/officeDocument/2006/relationships/tags" Target="../tags/tag100.xml"/><Relationship Id="rId7" Type="http://schemas.openxmlformats.org/officeDocument/2006/relationships/tags" Target="../tags/tag104.xml"/><Relationship Id="rId12" Type="http://schemas.openxmlformats.org/officeDocument/2006/relationships/image" Target="../media/image2.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image" Target="../media/image1.emf"/><Relationship Id="rId5" Type="http://schemas.openxmlformats.org/officeDocument/2006/relationships/tags" Target="../tags/tag102.xml"/><Relationship Id="rId10" Type="http://schemas.openxmlformats.org/officeDocument/2006/relationships/oleObject" Target="../embeddings/oleObject11.bin"/><Relationship Id="rId4" Type="http://schemas.openxmlformats.org/officeDocument/2006/relationships/tags" Target="../tags/tag101.xml"/><Relationship Id="rId9"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3.xml"/><Relationship Id="rId3" Type="http://schemas.openxmlformats.org/officeDocument/2006/relationships/tags" Target="../tags/tag108.xml"/><Relationship Id="rId7" Type="http://schemas.openxmlformats.org/officeDocument/2006/relationships/tags" Target="../tags/tag112.xml"/><Relationship Id="rId12" Type="http://schemas.openxmlformats.org/officeDocument/2006/relationships/image" Target="../media/image2.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image" Target="../media/image9.emf"/><Relationship Id="rId5" Type="http://schemas.openxmlformats.org/officeDocument/2006/relationships/tags" Target="../tags/tag110.xml"/><Relationship Id="rId10" Type="http://schemas.openxmlformats.org/officeDocument/2006/relationships/oleObject" Target="../embeddings/oleObject12.bin"/><Relationship Id="rId4" Type="http://schemas.openxmlformats.org/officeDocument/2006/relationships/tags" Target="../tags/tag109.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image" Target="../media/image2.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image" Target="../media/image1.emf"/><Relationship Id="rId5" Type="http://schemas.openxmlformats.org/officeDocument/2006/relationships/tags" Target="../tags/tag118.xml"/><Relationship Id="rId10" Type="http://schemas.openxmlformats.org/officeDocument/2006/relationships/oleObject" Target="../embeddings/oleObject13.bin"/><Relationship Id="rId4" Type="http://schemas.openxmlformats.org/officeDocument/2006/relationships/tags" Target="../tags/tag117.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tags" Target="../tags/tag124.xml"/><Relationship Id="rId7" Type="http://schemas.openxmlformats.org/officeDocument/2006/relationships/slideMaster" Target="../slideMasters/slideMaster1.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5" Type="http://schemas.openxmlformats.org/officeDocument/2006/relationships/tags" Target="../tags/tag126.xml"/><Relationship Id="rId10" Type="http://schemas.openxmlformats.org/officeDocument/2006/relationships/image" Target="../media/image2.png"/><Relationship Id="rId4" Type="http://schemas.openxmlformats.org/officeDocument/2006/relationships/tags" Target="../tags/tag125.xml"/><Relationship Id="rId9"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30.xml"/><Relationship Id="rId7" Type="http://schemas.openxmlformats.org/officeDocument/2006/relationships/image" Target="../media/image3.emf"/><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oleObject" Target="../embeddings/oleObject15.bin"/><Relationship Id="rId5" Type="http://schemas.openxmlformats.org/officeDocument/2006/relationships/slideMaster" Target="../slideMasters/slideMaster1.xml"/><Relationship Id="rId4" Type="http://schemas.openxmlformats.org/officeDocument/2006/relationships/tags" Target="../tags/tag13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image" Target="../media/image10.png"/><Relationship Id="rId5" Type="http://schemas.openxmlformats.org/officeDocument/2006/relationships/image" Target="../media/image3.emf"/><Relationship Id="rId4" Type="http://schemas.openxmlformats.org/officeDocument/2006/relationships/oleObject" Target="../embeddings/oleObject16.bin"/></Relationships>
</file>

<file path=ppt/slideLayouts/_rels/slideLayout1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36.xml"/><Relationship Id="rId7" Type="http://schemas.openxmlformats.org/officeDocument/2006/relationships/tags" Target="../tags/tag140.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5" Type="http://schemas.openxmlformats.org/officeDocument/2006/relationships/tags" Target="../tags/tag138.xml"/><Relationship Id="rId10" Type="http://schemas.openxmlformats.org/officeDocument/2006/relationships/image" Target="../media/image9.emf"/><Relationship Id="rId4" Type="http://schemas.openxmlformats.org/officeDocument/2006/relationships/tags" Target="../tags/tag137.xml"/><Relationship Id="rId9" Type="http://schemas.openxmlformats.org/officeDocument/2006/relationships/oleObject" Target="../embeddings/oleObject17.bin"/></Relationships>
</file>

<file path=ppt/slideLayouts/_rels/slideLayout1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43.xml"/><Relationship Id="rId7" Type="http://schemas.openxmlformats.org/officeDocument/2006/relationships/tags" Target="../tags/tag147.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tags" Target="../tags/tag146.xml"/><Relationship Id="rId5" Type="http://schemas.openxmlformats.org/officeDocument/2006/relationships/tags" Target="../tags/tag145.xml"/><Relationship Id="rId10" Type="http://schemas.openxmlformats.org/officeDocument/2006/relationships/image" Target="../media/image9.emf"/><Relationship Id="rId4" Type="http://schemas.openxmlformats.org/officeDocument/2006/relationships/tags" Target="../tags/tag144.xml"/><Relationship Id="rId9" Type="http://schemas.openxmlformats.org/officeDocument/2006/relationships/oleObject" Target="../embeddings/oleObject18.bin"/></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1.emf"/><Relationship Id="rId5" Type="http://schemas.openxmlformats.org/officeDocument/2006/relationships/tags" Target="../tags/tag152.xml"/><Relationship Id="rId10" Type="http://schemas.openxmlformats.org/officeDocument/2006/relationships/oleObject" Target="../embeddings/oleObject11.bin"/><Relationship Id="rId4" Type="http://schemas.openxmlformats.org/officeDocument/2006/relationships/tags" Target="../tags/tag151.xml"/><Relationship Id="rId9"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58.xml"/><Relationship Id="rId7" Type="http://schemas.openxmlformats.org/officeDocument/2006/relationships/tags" Target="../tags/tag162.xml"/><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tags" Target="../tags/tag161.xml"/><Relationship Id="rId5" Type="http://schemas.openxmlformats.org/officeDocument/2006/relationships/tags" Target="../tags/tag160.xml"/><Relationship Id="rId10" Type="http://schemas.openxmlformats.org/officeDocument/2006/relationships/image" Target="../media/image1.emf"/><Relationship Id="rId4" Type="http://schemas.openxmlformats.org/officeDocument/2006/relationships/tags" Target="../tags/tag159.xml"/><Relationship Id="rId9" Type="http://schemas.openxmlformats.org/officeDocument/2006/relationships/oleObject" Target="../embeddings/oleObject19.bin"/></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163.xml"/><Relationship Id="rId4" Type="http://schemas.openxmlformats.org/officeDocument/2006/relationships/image" Target="../media/image12.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15.png"/><Relationship Id="rId4"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2.xml"/><Relationship Id="rId1" Type="http://schemas.openxmlformats.org/officeDocument/2006/relationships/tags" Target="../tags/tag165.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tags" Target="../tags/tag168.xml"/><Relationship Id="rId7" Type="http://schemas.openxmlformats.org/officeDocument/2006/relationships/slideMaster" Target="../slideMasters/slideMaster2.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9"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15.png"/><Relationship Id="rId4" Type="http://schemas.openxmlformats.org/officeDocument/2006/relationships/image" Target="../media/image17.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17.png"/></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3.xml"/><Relationship Id="rId1" Type="http://schemas.openxmlformats.org/officeDocument/2006/relationships/tags" Target="../tags/tag173.xml"/><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tags" Target="../tags/tag176.xml"/><Relationship Id="rId7"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5" Type="http://schemas.openxmlformats.org/officeDocument/2006/relationships/tags" Target="../tags/tag178.xml"/><Relationship Id="rId4" Type="http://schemas.openxmlformats.org/officeDocument/2006/relationships/tags" Target="../tags/tag177.xml"/><Relationship Id="rId9" Type="http://schemas.openxmlformats.org/officeDocument/2006/relationships/image" Target="../media/image1.emf"/></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21043637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4400" b="1" i="0" baseline="0">
              <a:solidFill>
                <a:schemeClr val="bg1"/>
              </a:solidFill>
              <a:latin typeface="+mn-lt"/>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3"/>
            </p:custDataLst>
          </p:nvPr>
        </p:nvSpPr>
        <p:spPr>
          <a:xfrm>
            <a:off x="550801" y="4173212"/>
            <a:ext cx="512610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1400" dirty="0">
                <a:latin typeface="+mn-lt"/>
                <a:ea typeface="+mn-ea"/>
                <a:cs typeface="+mn-cs"/>
              </a:defRPr>
            </a:lvl1pPr>
          </a:lstStyle>
          <a:p>
            <a:pPr lvl="0"/>
            <a:r>
              <a:rPr lang="en-AU"/>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4"/>
            </p:custDataLst>
          </p:nvPr>
        </p:nvSpPr>
        <p:spPr>
          <a:xfrm>
            <a:off x="551941" y="3473783"/>
            <a:ext cx="9726795"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2000" dirty="0">
                <a:latin typeface="+mn-lt"/>
                <a:ea typeface="+mn-ea"/>
                <a:cs typeface="+mn-cs"/>
              </a:defRPr>
            </a:lvl1pPr>
          </a:lstStyle>
          <a:p>
            <a:pPr lvl="0"/>
            <a:r>
              <a:rPr lang="en-AU"/>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5"/>
            </p:custDataLst>
          </p:nvPr>
        </p:nvSpPr>
        <p:spPr>
          <a:xfrm>
            <a:off x="551941" y="1998520"/>
            <a:ext cx="9726795"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rmAutofit/>
          </a:bodyPr>
          <a:lstStyle>
            <a:lvl1pPr rtl="0">
              <a:defRPr lang="en-US" sz="4400" dirty="0">
                <a:latin typeface="+mj-lt"/>
                <a:ea typeface="+mj-ea"/>
                <a:cs typeface="+mj-cs"/>
              </a:defRPr>
            </a:lvl1pPr>
          </a:lstStyle>
          <a:p>
            <a:pPr lvl="0"/>
            <a:r>
              <a:rPr lang="en-AU"/>
              <a:t>Click to edit Master title style</a:t>
            </a:r>
          </a:p>
        </p:txBody>
      </p:sp>
      <p:pic>
        <p:nvPicPr>
          <p:cNvPr id="8" name="Picture 7">
            <a:extLst>
              <a:ext uri="{FF2B5EF4-FFF2-40B4-BE49-F238E27FC236}">
                <a16:creationId xmlns:a16="http://schemas.microsoft.com/office/drawing/2014/main" id="{518DA49E-82E1-4928-8A7A-AADCFA286080}"/>
              </a:ext>
            </a:extLst>
          </p:cNvPr>
          <p:cNvPicPr>
            <a:picLocks noChangeAspect="1"/>
          </p:cNvPicPr>
          <p:nvPr userDrawn="1"/>
        </p:nvPicPr>
        <p:blipFill rotWithShape="1">
          <a:blip r:embed="rId9" cstate="email">
            <a:extLst>
              <a:ext uri="{28A0092B-C50C-407E-A947-70E740481C1C}">
                <a14:useLocalDpi xmlns:a14="http://schemas.microsoft.com/office/drawing/2010/main"/>
              </a:ext>
            </a:extLst>
          </a:blip>
          <a:srcRect/>
          <a:stretch/>
        </p:blipFill>
        <p:spPr>
          <a:xfrm>
            <a:off x="5424094" y="4030980"/>
            <a:ext cx="6767906" cy="1855259"/>
          </a:xfrm>
          <a:prstGeom prst="rect">
            <a:avLst/>
          </a:prstGeom>
        </p:spPr>
      </p:pic>
      <p:pic>
        <p:nvPicPr>
          <p:cNvPr id="9" name="Picture 8">
            <a:extLst>
              <a:ext uri="{FF2B5EF4-FFF2-40B4-BE49-F238E27FC236}">
                <a16:creationId xmlns:a16="http://schemas.microsoft.com/office/drawing/2014/main" id="{A984AAC5-5F78-490B-A0E1-001D611AC69A}"/>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2905033" y="6392119"/>
            <a:ext cx="6381934" cy="268285"/>
          </a:xfrm>
          <a:prstGeom prst="rect">
            <a:avLst/>
          </a:prstGeom>
        </p:spPr>
      </p:pic>
      <p:pic>
        <p:nvPicPr>
          <p:cNvPr id="10" name="Picture 9">
            <a:extLst>
              <a:ext uri="{FF2B5EF4-FFF2-40B4-BE49-F238E27FC236}">
                <a16:creationId xmlns:a16="http://schemas.microsoft.com/office/drawing/2014/main" id="{A5CA44B5-5831-4587-BDC1-D9E96BE593CF}"/>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547688" y="575230"/>
            <a:ext cx="1661694" cy="444678"/>
          </a:xfrm>
          <a:prstGeom prst="rect">
            <a:avLst/>
          </a:prstGeom>
        </p:spPr>
      </p:pic>
      <p:sp>
        <p:nvSpPr>
          <p:cNvPr id="11" name="fl" descr="    Confidential">
            <a:extLst>
              <a:ext uri="{FF2B5EF4-FFF2-40B4-BE49-F238E27FC236}">
                <a16:creationId xmlns:a16="http://schemas.microsoft.com/office/drawing/2014/main" id="{3EAE6EA4-118C-4764-B1DF-DE9584C1723F}"/>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644806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6108622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b="0" baseline="0" dirty="0">
                <a:latin typeface="+mn-lt"/>
                <a:ea typeface="+mn-ea"/>
                <a:cs typeface="+mn-cs"/>
              </a:defRPr>
            </a:lvl1pPr>
          </a:lstStyle>
          <a:p>
            <a:pPr lvl="0"/>
            <a:r>
              <a:rPr lang="en-AU"/>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AU">
                <a:latin typeface="+mn-lt"/>
                <a:ea typeface="+mn-ea"/>
                <a:cs typeface="+mn-cs"/>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rtl="0">
              <a:defRPr lang="en-US" sz="800" b="0" dirty="0">
                <a:latin typeface="+mn-lt"/>
                <a:ea typeface="+mn-ea"/>
                <a:cs typeface="+mn-cs"/>
              </a:defRPr>
            </a:lvl1pPr>
          </a:lstStyle>
          <a:p>
            <a:pPr lvl="0">
              <a:buNone/>
            </a:pPr>
            <a:r>
              <a:rPr lang="en-AU"/>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554736" y="172212"/>
            <a:ext cx="11082528" cy="731520"/>
          </a:xfrm>
          <a:prstGeom prst="rect">
            <a:avLst/>
          </a:prstGeom>
        </p:spPr>
        <p:txBody>
          <a:bodyPr vert="horz" wrap="square" lIns="0" tIns="0" rIns="0" bIns="0" rtlCol="0" anchor="b" anchorCtr="0">
            <a:noAutofit/>
          </a:bodyPr>
          <a:lstStyle>
            <a:lvl1pPr rtl="0">
              <a:defRPr lang="en-US" dirty="0">
                <a:latin typeface="+mj-lt"/>
                <a:ea typeface="+mj-ea"/>
                <a:cs typeface="+mj-cs"/>
              </a:defRPr>
            </a:lvl1pPr>
          </a:lstStyle>
          <a:p>
            <a:pPr lvl="0"/>
            <a:r>
              <a:rPr lang="en-AU"/>
              <a:t>Click to edit Master title style</a:t>
            </a:r>
          </a:p>
        </p:txBody>
      </p:sp>
    </p:spTree>
    <p:extLst>
      <p:ext uri="{BB962C8B-B14F-4D97-AF65-F5344CB8AC3E}">
        <p14:creationId xmlns:p14="http://schemas.microsoft.com/office/powerpoint/2010/main" val="3499003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1"/>
            </p:custDataLst>
            <p:extLst>
              <p:ext uri="{D42A27DB-BD31-4B8C-83A1-F6EECF244321}">
                <p14:modId xmlns:p14="http://schemas.microsoft.com/office/powerpoint/2010/main" val="3504019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1706563"/>
            <a:ext cx="3813048" cy="769441"/>
          </a:xfrm>
          <a:prstGeom prst="rect">
            <a:avLst/>
          </a:prstGeom>
        </p:spPr>
        <p:txBody>
          <a:bodyPr vert="horz" anchor="t">
            <a:noAutofit/>
          </a:bodyPr>
          <a:lstStyle>
            <a:lvl1pPr rtl="0">
              <a:lnSpc>
                <a:spcPct val="100000"/>
              </a:lnSpc>
              <a:defRPr>
                <a:ln w="6350" cap="flat">
                  <a:noFill/>
                  <a:miter lim="800000"/>
                </a:ln>
                <a:latin typeface="+mj-lt"/>
                <a:ea typeface="+mj-ea"/>
                <a:cs typeface="+mj-cs"/>
              </a:defRPr>
            </a:lvl1pPr>
          </a:lstStyle>
          <a:p>
            <a:r>
              <a:rPr lang="en-AU"/>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spTree>
    <p:extLst>
      <p:ext uri="{BB962C8B-B14F-4D97-AF65-F5344CB8AC3E}">
        <p14:creationId xmlns:p14="http://schemas.microsoft.com/office/powerpoint/2010/main" val="2446334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extLst>
              <p:ext uri="{D42A27DB-BD31-4B8C-83A1-F6EECF244321}">
                <p14:modId xmlns:p14="http://schemas.microsoft.com/office/powerpoint/2010/main" val="969198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3"/>
            </p:custDataLst>
          </p:nvPr>
        </p:nvSpPr>
        <p:spPr>
          <a:xfrm>
            <a:off x="554736" y="3044280"/>
            <a:ext cx="5065776" cy="769441"/>
          </a:xfrm>
          <a:prstGeom prst="rect">
            <a:avLst/>
          </a:prstGeom>
        </p:spPr>
        <p:txBody>
          <a:bodyPr vert="horz" rIns="365760" anchor="ctr">
            <a:noAutofit/>
          </a:bodyPr>
          <a:lstStyle>
            <a:lvl1pPr rtl="0">
              <a:defRPr>
                <a:ln w="6350" cap="flat">
                  <a:noFill/>
                  <a:miter lim="800000"/>
                </a:ln>
                <a:latin typeface="+mj-lt"/>
                <a:ea typeface="+mj-ea"/>
                <a:cs typeface="+mj-cs"/>
              </a:defRPr>
            </a:lvl1pPr>
          </a:lstStyle>
          <a:p>
            <a:r>
              <a:rPr lang="en-AU"/>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pic>
        <p:nvPicPr>
          <p:cNvPr id="11" name="Picture 10">
            <a:extLst>
              <a:ext uri="{FF2B5EF4-FFF2-40B4-BE49-F238E27FC236}">
                <a16:creationId xmlns:a16="http://schemas.microsoft.com/office/drawing/2014/main" id="{0A690F83-5613-4140-8B6C-4A44FFE17A62}"/>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547688" y="3991359"/>
            <a:ext cx="5014115" cy="481582"/>
          </a:xfrm>
          <a:prstGeom prst="rect">
            <a:avLst/>
          </a:prstGeom>
        </p:spPr>
      </p:pic>
    </p:spTree>
    <p:extLst>
      <p:ext uri="{BB962C8B-B14F-4D97-AF65-F5344CB8AC3E}">
        <p14:creationId xmlns:p14="http://schemas.microsoft.com/office/powerpoint/2010/main" val="4149686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4585244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4400" b="1" i="0" baseline="0">
              <a:solidFill>
                <a:schemeClr val="bg1"/>
              </a:solidFill>
              <a:latin typeface="+mn-lt"/>
              <a:ea typeface="+mn-ea"/>
              <a:cs typeface="+mn-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vert="horz" anchor="b">
            <a:noAutofit/>
          </a:bodyPr>
          <a:lstStyle>
            <a:lvl1pPr rtl="0">
              <a:lnSpc>
                <a:spcPct val="100000"/>
              </a:lnSpc>
              <a:defRPr sz="4400">
                <a:latin typeface="+mj-lt"/>
                <a:ea typeface="+mj-ea"/>
                <a:cs typeface="+mj-cs"/>
              </a:defRPr>
            </a:lvl1pPr>
          </a:lstStyle>
          <a:p>
            <a:r>
              <a:rPr lang="en-AU"/>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spTree>
    <p:extLst>
      <p:ext uri="{BB962C8B-B14F-4D97-AF65-F5344CB8AC3E}">
        <p14:creationId xmlns:p14="http://schemas.microsoft.com/office/powerpoint/2010/main" val="3248914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935748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3400" b="1" i="0" baseline="0">
              <a:solidFill>
                <a:schemeClr val="bg1"/>
              </a:solidFill>
              <a:latin typeface="+mn-lt"/>
              <a:ea typeface="+mn-ea"/>
              <a:cs typeface="+mn-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56229"/>
            <a:ext cx="9180576" cy="523220"/>
          </a:xfrm>
          <a:prstGeom prst="rect">
            <a:avLst/>
          </a:prstGeom>
        </p:spPr>
        <p:txBody>
          <a:bodyPr vert="horz">
            <a:spAutoFit/>
          </a:bodyPr>
          <a:lstStyle>
            <a:lvl1pPr rtl="0">
              <a:lnSpc>
                <a:spcPct val="105000"/>
              </a:lnSpc>
              <a:defRPr sz="3400">
                <a:latin typeface="+mj-lt"/>
                <a:ea typeface="+mj-ea"/>
                <a:cs typeface="+mj-cs"/>
              </a:defRPr>
            </a:lvl1pPr>
          </a:lstStyle>
          <a:p>
            <a:r>
              <a:rPr lang="en-AU"/>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spTree>
    <p:extLst>
      <p:ext uri="{BB962C8B-B14F-4D97-AF65-F5344CB8AC3E}">
        <p14:creationId xmlns:p14="http://schemas.microsoft.com/office/powerpoint/2010/main" val="2449867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4278659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AU">
              <a:solidFill>
                <a:srgbClr val="F0F0F0"/>
              </a:solidFill>
              <a:latin typeface="+mn-lt"/>
              <a:ea typeface="+mn-ea"/>
              <a:cs typeface="+mn-cs"/>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744369"/>
            <a:ext cx="2514600" cy="769441"/>
          </a:xfrm>
        </p:spPr>
        <p:txBody>
          <a:bodyPr vert="horz" wrap="square" lIns="0" tIns="0" rIns="0" bIns="0" rtlCol="0" anchor="b" anchorCtr="0">
            <a:noAutofit/>
          </a:bodyPr>
          <a:lstStyle>
            <a:lvl1pPr rtl="0">
              <a:defRPr lang="en-US" dirty="0">
                <a:latin typeface="+mj-lt"/>
                <a:ea typeface="+mj-ea"/>
                <a:cs typeface="+mj-cs"/>
              </a:defRPr>
            </a:lvl1pPr>
          </a:lstStyle>
          <a:p>
            <a:pPr lvl="0"/>
            <a:r>
              <a:rPr lang="en-AU"/>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AU"/>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pic>
        <p:nvPicPr>
          <p:cNvPr id="11" name="Picture 10">
            <a:extLst>
              <a:ext uri="{FF2B5EF4-FFF2-40B4-BE49-F238E27FC236}">
                <a16:creationId xmlns:a16="http://schemas.microsoft.com/office/drawing/2014/main" id="{D6B3A569-8BAF-4B3D-9A63-379D3BA607F1}"/>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0137667" y="6384469"/>
            <a:ext cx="1154268" cy="308886"/>
          </a:xfrm>
          <a:prstGeom prst="rect">
            <a:avLst/>
          </a:prstGeom>
        </p:spPr>
      </p:pic>
      <p:sp>
        <p:nvSpPr>
          <p:cNvPr id="13" name="fl" descr="    Confidential">
            <a:extLst>
              <a:ext uri="{FF2B5EF4-FFF2-40B4-BE49-F238E27FC236}">
                <a16:creationId xmlns:a16="http://schemas.microsoft.com/office/drawing/2014/main" id="{E97DE44C-6E58-4BB7-BA23-D5FF2761D1F8}"/>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344692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425052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AU">
              <a:solidFill>
                <a:srgbClr val="F0F0F0"/>
              </a:solidFill>
              <a:latin typeface="+mn-lt"/>
              <a:ea typeface="+mn-ea"/>
              <a:cs typeface="+mn-cs"/>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bg1"/>
                </a:solidFill>
                <a:latin typeface="+mn-lt"/>
                <a:ea typeface="+mn-ea"/>
                <a:cs typeface="+mn-cs"/>
              </a:rPr>
              <a:pPr algn="r" defTabSz="610744" rtl="0" fontAlgn="auto">
                <a:spcBef>
                  <a:spcPts val="0"/>
                </a:spcBef>
                <a:spcAft>
                  <a:spcPts val="0"/>
                </a:spcAft>
                <a:defRPr/>
              </a:pPr>
              <a:t>‹#›</a:t>
            </a:fld>
            <a:endParaRPr lang="en-AU" sz="900" b="0">
              <a:solidFill>
                <a:schemeClr val="bg1"/>
              </a:solidFill>
              <a:latin typeface="+mn-lt"/>
              <a:ea typeface="+mn-ea"/>
              <a:cs typeface="+mn-cs"/>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744369"/>
            <a:ext cx="2514600" cy="769441"/>
          </a:xfrm>
        </p:spPr>
        <p:txBody>
          <a:bodyPr vert="horz" wrap="square" lIns="0" tIns="0" rIns="0" bIns="0" rtlCol="0" anchor="b" anchorCtr="0">
            <a:noAutofit/>
          </a:bodyPr>
          <a:lstStyle>
            <a:lvl1pPr rtl="0">
              <a:defRPr lang="en-US" dirty="0">
                <a:latin typeface="+mj-lt"/>
                <a:ea typeface="+mj-ea"/>
                <a:cs typeface="+mj-cs"/>
              </a:defRPr>
            </a:lvl1pPr>
          </a:lstStyle>
          <a:p>
            <a:pPr lvl="0"/>
            <a:r>
              <a:rPr lang="en-AU"/>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AU"/>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sp>
        <p:nvSpPr>
          <p:cNvPr id="13" name="fl" descr="    Confidential">
            <a:extLst>
              <a:ext uri="{FF2B5EF4-FFF2-40B4-BE49-F238E27FC236}">
                <a16:creationId xmlns:a16="http://schemas.microsoft.com/office/drawing/2014/main" id="{E97DE44C-6E58-4BB7-BA23-D5FF2761D1F8}"/>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pic>
        <p:nvPicPr>
          <p:cNvPr id="12" name="Picture 11">
            <a:extLst>
              <a:ext uri="{FF2B5EF4-FFF2-40B4-BE49-F238E27FC236}">
                <a16:creationId xmlns:a16="http://schemas.microsoft.com/office/drawing/2014/main" id="{721A9E46-9C6C-4D83-B5E8-59AF71B0C408}"/>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0135021" y="6384368"/>
            <a:ext cx="1156914" cy="309364"/>
          </a:xfrm>
          <a:prstGeom prst="rect">
            <a:avLst/>
          </a:prstGeom>
        </p:spPr>
      </p:pic>
    </p:spTree>
    <p:extLst>
      <p:ext uri="{BB962C8B-B14F-4D97-AF65-F5344CB8AC3E}">
        <p14:creationId xmlns:p14="http://schemas.microsoft.com/office/powerpoint/2010/main" val="2637069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425052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AU">
              <a:solidFill>
                <a:srgbClr val="F0F0F0"/>
              </a:solidFill>
              <a:latin typeface="+mn-lt"/>
              <a:ea typeface="+mn-ea"/>
              <a:cs typeface="+mn-cs"/>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bg1"/>
                </a:solidFill>
                <a:latin typeface="+mn-lt"/>
                <a:ea typeface="+mn-ea"/>
                <a:cs typeface="+mn-cs"/>
              </a:rPr>
              <a:pPr algn="r" defTabSz="610744" rtl="0" fontAlgn="auto">
                <a:spcBef>
                  <a:spcPts val="0"/>
                </a:spcBef>
                <a:spcAft>
                  <a:spcPts val="0"/>
                </a:spcAft>
                <a:defRPr/>
              </a:pPr>
              <a:t>‹#›</a:t>
            </a:fld>
            <a:endParaRPr lang="en-AU" sz="900" b="0">
              <a:solidFill>
                <a:schemeClr val="bg1"/>
              </a:solidFill>
              <a:latin typeface="+mn-lt"/>
              <a:ea typeface="+mn-ea"/>
              <a:cs typeface="+mn-cs"/>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744369"/>
            <a:ext cx="2514600" cy="769441"/>
          </a:xfrm>
        </p:spPr>
        <p:txBody>
          <a:bodyPr vert="horz" wrap="square" lIns="0" tIns="0" rIns="0" bIns="0" rtlCol="0" anchor="b" anchorCtr="0">
            <a:noAutofit/>
          </a:bodyPr>
          <a:lstStyle>
            <a:lvl1pPr rtl="0">
              <a:defRPr lang="en-US" dirty="0">
                <a:latin typeface="+mj-lt"/>
                <a:ea typeface="+mj-ea"/>
                <a:cs typeface="+mj-cs"/>
              </a:defRPr>
            </a:lvl1pPr>
          </a:lstStyle>
          <a:p>
            <a:pPr lvl="0"/>
            <a:r>
              <a:rPr lang="en-AU"/>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AU"/>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sp>
        <p:nvSpPr>
          <p:cNvPr id="13" name="fl" descr="    Confidential">
            <a:extLst>
              <a:ext uri="{FF2B5EF4-FFF2-40B4-BE49-F238E27FC236}">
                <a16:creationId xmlns:a16="http://schemas.microsoft.com/office/drawing/2014/main" id="{E97DE44C-6E58-4BB7-BA23-D5FF2761D1F8}"/>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pic>
        <p:nvPicPr>
          <p:cNvPr id="12" name="Picture 11">
            <a:extLst>
              <a:ext uri="{FF2B5EF4-FFF2-40B4-BE49-F238E27FC236}">
                <a16:creationId xmlns:a16="http://schemas.microsoft.com/office/drawing/2014/main" id="{721A9E46-9C6C-4D83-B5E8-59AF71B0C408}"/>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0135021" y="6384368"/>
            <a:ext cx="1156914" cy="309364"/>
          </a:xfrm>
          <a:prstGeom prst="rect">
            <a:avLst/>
          </a:prstGeom>
        </p:spPr>
      </p:pic>
    </p:spTree>
    <p:extLst>
      <p:ext uri="{BB962C8B-B14F-4D97-AF65-F5344CB8AC3E}">
        <p14:creationId xmlns:p14="http://schemas.microsoft.com/office/powerpoint/2010/main" val="3768048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425052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F7C80B"/>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AU">
              <a:solidFill>
                <a:srgbClr val="F0F0F0"/>
              </a:solidFill>
              <a:latin typeface="+mn-lt"/>
              <a:ea typeface="+mn-ea"/>
              <a:cs typeface="+mn-cs"/>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bg1"/>
                </a:solidFill>
                <a:latin typeface="+mn-lt"/>
                <a:ea typeface="+mn-ea"/>
                <a:cs typeface="+mn-cs"/>
              </a:rPr>
              <a:pPr algn="r" defTabSz="610744" rtl="0" fontAlgn="auto">
                <a:spcBef>
                  <a:spcPts val="0"/>
                </a:spcBef>
                <a:spcAft>
                  <a:spcPts val="0"/>
                </a:spcAft>
                <a:defRPr/>
              </a:pPr>
              <a:t>‹#›</a:t>
            </a:fld>
            <a:endParaRPr lang="en-AU" sz="900" b="0">
              <a:solidFill>
                <a:schemeClr val="bg1"/>
              </a:solidFill>
              <a:latin typeface="+mn-lt"/>
              <a:ea typeface="+mn-ea"/>
              <a:cs typeface="+mn-cs"/>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744369"/>
            <a:ext cx="2514600" cy="769441"/>
          </a:xfrm>
        </p:spPr>
        <p:txBody>
          <a:bodyPr vert="horz" wrap="square" lIns="0" tIns="0" rIns="0" bIns="0" rtlCol="0" anchor="b" anchorCtr="0">
            <a:noAutofit/>
          </a:bodyPr>
          <a:lstStyle>
            <a:lvl1pPr rtl="0">
              <a:defRPr lang="en-US" dirty="0">
                <a:latin typeface="+mj-lt"/>
                <a:ea typeface="+mj-ea"/>
                <a:cs typeface="+mj-cs"/>
              </a:defRPr>
            </a:lvl1pPr>
          </a:lstStyle>
          <a:p>
            <a:pPr lvl="0"/>
            <a:r>
              <a:rPr lang="en-AU"/>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AU"/>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8"/>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sp>
        <p:nvSpPr>
          <p:cNvPr id="13" name="fl" descr="    Confidential">
            <a:extLst>
              <a:ext uri="{FF2B5EF4-FFF2-40B4-BE49-F238E27FC236}">
                <a16:creationId xmlns:a16="http://schemas.microsoft.com/office/drawing/2014/main" id="{E97DE44C-6E58-4BB7-BA23-D5FF2761D1F8}"/>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pic>
        <p:nvPicPr>
          <p:cNvPr id="12" name="Picture 11">
            <a:extLst>
              <a:ext uri="{FF2B5EF4-FFF2-40B4-BE49-F238E27FC236}">
                <a16:creationId xmlns:a16="http://schemas.microsoft.com/office/drawing/2014/main" id="{721A9E46-9C6C-4D83-B5E8-59AF71B0C408}"/>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0135021" y="6384368"/>
            <a:ext cx="1156914" cy="309364"/>
          </a:xfrm>
          <a:prstGeom prst="rect">
            <a:avLst/>
          </a:prstGeom>
        </p:spPr>
      </p:pic>
    </p:spTree>
    <p:extLst>
      <p:ext uri="{BB962C8B-B14F-4D97-AF65-F5344CB8AC3E}">
        <p14:creationId xmlns:p14="http://schemas.microsoft.com/office/powerpoint/2010/main" val="3554633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8043703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en-AU">
              <a:solidFill>
                <a:srgbClr val="F0F0F0"/>
              </a:solidFill>
              <a:latin typeface="+mn-lt"/>
              <a:ea typeface="+mn-ea"/>
              <a:cs typeface="+mn-cs"/>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atin typeface="+mj-lt"/>
                <a:ea typeface="+mj-ea"/>
                <a:cs typeface="+mj-cs"/>
              </a:defRPr>
            </a:lvl1pPr>
          </a:lstStyle>
          <a:p>
            <a:pPr lvl="0"/>
            <a:r>
              <a:rPr lang="en-AU"/>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AU"/>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8"/>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pic>
        <p:nvPicPr>
          <p:cNvPr id="11" name="Picture 10">
            <a:extLst>
              <a:ext uri="{FF2B5EF4-FFF2-40B4-BE49-F238E27FC236}">
                <a16:creationId xmlns:a16="http://schemas.microsoft.com/office/drawing/2014/main" id="{6FB94245-3BA8-4AE3-B1BC-906ADE1CBFC5}"/>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0137667" y="6384469"/>
            <a:ext cx="1154268" cy="308886"/>
          </a:xfrm>
          <a:prstGeom prst="rect">
            <a:avLst/>
          </a:prstGeom>
        </p:spPr>
      </p:pic>
      <p:sp>
        <p:nvSpPr>
          <p:cNvPr id="13" name="fl" descr="    Confidential">
            <a:extLst>
              <a:ext uri="{FF2B5EF4-FFF2-40B4-BE49-F238E27FC236}">
                <a16:creationId xmlns:a16="http://schemas.microsoft.com/office/drawing/2014/main" id="{6130ABE0-C2F9-46BC-BC21-85FB18078334}"/>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37324521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047729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en-AU">
              <a:solidFill>
                <a:srgbClr val="F0F0F0"/>
              </a:solidFill>
              <a:latin typeface="+mn-lt"/>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5065776" cy="731520"/>
          </a:xfrm>
        </p:spPr>
        <p:txBody>
          <a:bodyPr vert="horz"/>
          <a:lstStyle>
            <a:lvl1pPr rtl="0">
              <a:defRPr>
                <a:latin typeface="+mj-lt"/>
                <a:ea typeface="+mj-ea"/>
                <a:cs typeface="+mj-cs"/>
              </a:defRPr>
            </a:lvl1pPr>
          </a:lstStyle>
          <a:p>
            <a:r>
              <a:rPr lang="en-AU"/>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pic>
        <p:nvPicPr>
          <p:cNvPr id="11" name="Picture 10">
            <a:extLst>
              <a:ext uri="{FF2B5EF4-FFF2-40B4-BE49-F238E27FC236}">
                <a16:creationId xmlns:a16="http://schemas.microsoft.com/office/drawing/2014/main" id="{DF07FD19-0405-43FA-B559-E94CBFF6902E}"/>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0137667" y="6384469"/>
            <a:ext cx="1154268" cy="308886"/>
          </a:xfrm>
          <a:prstGeom prst="rect">
            <a:avLst/>
          </a:prstGeom>
        </p:spPr>
      </p:pic>
      <p:sp>
        <p:nvSpPr>
          <p:cNvPr id="13" name="fl" descr="    Confidential">
            <a:extLst>
              <a:ext uri="{FF2B5EF4-FFF2-40B4-BE49-F238E27FC236}">
                <a16:creationId xmlns:a16="http://schemas.microsoft.com/office/drawing/2014/main" id="{427D17D2-B1E8-4FE1-84D6-2BBF7B917B6C}"/>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3102516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808224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72" imgH="588" progId="TCLayout.ActiveDocument.1">
                  <p:embed/>
                </p:oleObj>
              </mc:Choice>
              <mc:Fallback>
                <p:oleObj name="think-cell Slide" r:id="rId10"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3"/>
            </p:custDataLst>
          </p:nvPr>
        </p:nvSpPr>
        <p:spPr>
          <a:xfrm>
            <a:off x="554736" y="172212"/>
            <a:ext cx="6967728" cy="731520"/>
          </a:xfrm>
        </p:spPr>
        <p:txBody>
          <a:bodyPr vert="horz"/>
          <a:lstStyle>
            <a:lvl1pPr rtl="0">
              <a:defRPr>
                <a:latin typeface="+mj-lt"/>
                <a:ea typeface="+mj-ea"/>
                <a:cs typeface="+mj-cs"/>
              </a:defRPr>
            </a:lvl1pPr>
          </a:lstStyle>
          <a:p>
            <a:r>
              <a:rPr lang="en-AU"/>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en-AU">
              <a:solidFill>
                <a:srgbClr val="F0F0F0"/>
              </a:solidFill>
              <a:latin typeface="+mn-lt"/>
              <a:ea typeface="+mn-ea"/>
              <a:cs typeface="+mn-cs"/>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554736" y="919250"/>
            <a:ext cx="6967728" cy="246221"/>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solidFill>
                  <a:schemeClr val="tx1"/>
                </a:solidFill>
                <a:latin typeface="+mn-lt"/>
                <a:ea typeface="+mn-ea"/>
                <a:cs typeface="+mn-cs"/>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pic>
        <p:nvPicPr>
          <p:cNvPr id="11" name="Picture 10">
            <a:extLst>
              <a:ext uri="{FF2B5EF4-FFF2-40B4-BE49-F238E27FC236}">
                <a16:creationId xmlns:a16="http://schemas.microsoft.com/office/drawing/2014/main" id="{4AA56E44-59B3-495F-8947-818F6E2C12CC}"/>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0137667" y="6384469"/>
            <a:ext cx="1154268" cy="308886"/>
          </a:xfrm>
          <a:prstGeom prst="rect">
            <a:avLst/>
          </a:prstGeom>
        </p:spPr>
      </p:pic>
      <p:sp>
        <p:nvSpPr>
          <p:cNvPr id="13" name="fl" descr="    Confidential">
            <a:extLst>
              <a:ext uri="{FF2B5EF4-FFF2-40B4-BE49-F238E27FC236}">
                <a16:creationId xmlns:a16="http://schemas.microsoft.com/office/drawing/2014/main" id="{A9DC1548-4877-4B7E-9F5F-96282C9E1A2D}"/>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29446525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6592679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en-AU" noProof="0">
              <a:solidFill>
                <a:srgbClr val="F0F0F0"/>
              </a:solidFill>
              <a:latin typeface="+mn-lt"/>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AU" sz="900" b="0" i="0" u="none" strike="noStrike" kern="1200" cap="none" spc="0" normalizeH="0" baseline="0" noProof="0" smtClean="0">
                <a:ln>
                  <a:noFill/>
                </a:ln>
                <a:solidFill>
                  <a:schemeClr val="tx1"/>
                </a:solidFill>
                <a:effectLst/>
                <a:uLnTx/>
                <a:uFillTx/>
                <a:latin typeface="+mn-lt"/>
                <a:ea typeface="+mn-ea"/>
                <a:cs typeface="+mn-cs"/>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AU" sz="900" b="0" i="0" u="none" strike="noStrike" kern="1200" cap="none" spc="0" normalizeH="0" baseline="0" noProof="0">
              <a:ln>
                <a:noFill/>
              </a:ln>
              <a:solidFill>
                <a:schemeClr val="tx1"/>
              </a:solidFill>
              <a:effectLst/>
              <a:uLnTx/>
              <a:uFillTx/>
              <a:latin typeface="+mn-lt"/>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7918704" cy="731520"/>
          </a:xfrm>
        </p:spPr>
        <p:txBody>
          <a:bodyPr vert="horz"/>
          <a:lstStyle>
            <a:lvl1pPr rtl="0">
              <a:defRPr>
                <a:latin typeface="+mj-lt"/>
                <a:ea typeface="+mj-ea"/>
                <a:cs typeface="+mj-cs"/>
              </a:defRPr>
            </a:lvl1pPr>
          </a:lstStyle>
          <a:p>
            <a:r>
              <a:rPr lang="en-AU"/>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7918704" cy="246221"/>
          </a:xfrm>
          <a:prstGeom prst="rect">
            <a:avLst/>
          </a:prstGeom>
        </p:spPr>
        <p:txBody>
          <a:bodyPr wrap="square">
            <a:spAutoFit/>
          </a:bodyPr>
          <a:lstStyle>
            <a:lvl1pPr marL="0" indent="0" algn="l" rtl="0">
              <a:buNone/>
              <a:defRPr sz="1600" b="0" u="none" baseline="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AU" sz="800" b="0" i="0" u="none" strike="noStrike" kern="1200" cap="none" spc="0" normalizeH="0" baseline="0" noProof="0">
                <a:ln>
                  <a:noFill/>
                </a:ln>
                <a:solidFill>
                  <a:schemeClr val="tx1"/>
                </a:solidFill>
                <a:effectLst/>
                <a:uLnTx/>
                <a:uFillTx/>
                <a:latin typeface="+mn-lt"/>
                <a:ea typeface="+mn-ea"/>
                <a:cs typeface="+mn-cs"/>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pic>
        <p:nvPicPr>
          <p:cNvPr id="11" name="Picture 10">
            <a:extLst>
              <a:ext uri="{FF2B5EF4-FFF2-40B4-BE49-F238E27FC236}">
                <a16:creationId xmlns:a16="http://schemas.microsoft.com/office/drawing/2014/main" id="{B6809DE2-DA91-4526-BB5D-088972C3DE40}"/>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10137667" y="6384469"/>
            <a:ext cx="1154268" cy="308886"/>
          </a:xfrm>
          <a:prstGeom prst="rect">
            <a:avLst/>
          </a:prstGeom>
        </p:spPr>
      </p:pic>
      <p:sp>
        <p:nvSpPr>
          <p:cNvPr id="12" name="fl" descr="    Confidential">
            <a:extLst>
              <a:ext uri="{FF2B5EF4-FFF2-40B4-BE49-F238E27FC236}">
                <a16:creationId xmlns:a16="http://schemas.microsoft.com/office/drawing/2014/main" id="{31B87D1B-B007-4740-A6F7-E4FA173ACF23}"/>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1908995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1"/>
            </p:custDataLst>
            <p:extLst>
              <p:ext uri="{D42A27DB-BD31-4B8C-83A1-F6EECF244321}">
                <p14:modId xmlns:p14="http://schemas.microsoft.com/office/powerpoint/2010/main" val="38796065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4"/>
            </p:custDataLst>
          </p:nvPr>
        </p:nvSpPr>
        <p:spPr>
          <a:xfrm>
            <a:off x="554736" y="172212"/>
            <a:ext cx="11082528" cy="989512"/>
          </a:xfrm>
        </p:spPr>
        <p:txBody>
          <a:bodyPr vert="horz">
            <a:noAutofit/>
          </a:bodyPr>
          <a:lstStyle>
            <a:lvl1pPr rtl="0">
              <a:defRPr>
                <a:latin typeface="+mj-lt"/>
                <a:ea typeface="+mj-ea"/>
                <a:cs typeface="+mj-cs"/>
              </a:defRPr>
            </a:lvl1pPr>
          </a:lstStyle>
          <a:p>
            <a:r>
              <a:rPr lang="en-AU"/>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pic>
        <p:nvPicPr>
          <p:cNvPr id="9" name="Picture 8">
            <a:extLst>
              <a:ext uri="{FF2B5EF4-FFF2-40B4-BE49-F238E27FC236}">
                <a16:creationId xmlns:a16="http://schemas.microsoft.com/office/drawing/2014/main" id="{52D02AAA-73E0-459B-9E8B-A4CB5169DBF5}"/>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10137667" y="6384469"/>
            <a:ext cx="1154268" cy="308886"/>
          </a:xfrm>
          <a:prstGeom prst="rect">
            <a:avLst/>
          </a:prstGeom>
        </p:spPr>
      </p:pic>
      <p:sp>
        <p:nvSpPr>
          <p:cNvPr id="12" name="fl" descr="    Confidential">
            <a:extLst>
              <a:ext uri="{FF2B5EF4-FFF2-40B4-BE49-F238E27FC236}">
                <a16:creationId xmlns:a16="http://schemas.microsoft.com/office/drawing/2014/main" id="{5FB980FE-860C-473F-8C68-00E418554BD6}"/>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35859884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1"/>
            </p:custDataLst>
            <p:extLst>
              <p:ext uri="{D42A27DB-BD31-4B8C-83A1-F6EECF244321}">
                <p14:modId xmlns:p14="http://schemas.microsoft.com/office/powerpoint/2010/main" val="41454866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92" imgH="591" progId="TCLayout.ActiveDocument.1">
                  <p:embed/>
                </p:oleObj>
              </mc:Choice>
              <mc:Fallback>
                <p:oleObj name="think-cell Slide" r:id="rId6"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sp>
        <p:nvSpPr>
          <p:cNvPr id="6" name="fl" descr="    Confidential">
            <a:extLst>
              <a:ext uri="{FF2B5EF4-FFF2-40B4-BE49-F238E27FC236}">
                <a16:creationId xmlns:a16="http://schemas.microsoft.com/office/drawing/2014/main" id="{4EC063EC-32EF-44F6-9C5D-10948E5CF32F}"/>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25950986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965367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pic>
        <p:nvPicPr>
          <p:cNvPr id="7" name="Picture 6">
            <a:extLst>
              <a:ext uri="{FF2B5EF4-FFF2-40B4-BE49-F238E27FC236}">
                <a16:creationId xmlns:a16="http://schemas.microsoft.com/office/drawing/2014/main" id="{00023D1D-3BB3-4B71-9651-0E9813BFA96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4169173" y="2913371"/>
            <a:ext cx="3853654" cy="1031258"/>
          </a:xfrm>
          <a:prstGeom prst="rect">
            <a:avLst/>
          </a:prstGeom>
        </p:spPr>
      </p:pic>
      <p:sp>
        <p:nvSpPr>
          <p:cNvPr id="6" name="fl" descr="    Confidential">
            <a:extLst>
              <a:ext uri="{FF2B5EF4-FFF2-40B4-BE49-F238E27FC236}">
                <a16:creationId xmlns:a16="http://schemas.microsoft.com/office/drawing/2014/main" id="{93E9B97B-847F-45F6-8DBB-EBEA1D9C9099}"/>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2015305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306E269-83F5-4510-A180-109E926BB41B}"/>
              </a:ext>
            </a:extLst>
          </p:cNvPr>
          <p:cNvGraphicFramePr>
            <a:graphicFrameLocks noChangeAspect="1"/>
          </p:cNvGraphicFramePr>
          <p:nvPr userDrawn="1">
            <p:custDataLst>
              <p:tags r:id="rId1"/>
            </p:custDataLst>
            <p:extLst>
              <p:ext uri="{D42A27DB-BD31-4B8C-83A1-F6EECF244321}">
                <p14:modId xmlns:p14="http://schemas.microsoft.com/office/powerpoint/2010/main" val="2304284470"/>
              </p:ext>
            </p:ext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9" imgW="572" imgH="588" progId="TCLayout.ActiveDocument.1">
                  <p:embed/>
                </p:oleObj>
              </mc:Choice>
              <mc:Fallback>
                <p:oleObj name="think-cell Slide" r:id="rId9" imgW="572" imgH="588" progId="TCLayout.ActiveDocument.1">
                  <p:embed/>
                  <p:pic>
                    <p:nvPicPr>
                      <p:cNvPr id="3" name="Object 2" hidden="1">
                        <a:extLst>
                          <a:ext uri="{FF2B5EF4-FFF2-40B4-BE49-F238E27FC236}">
                            <a16:creationId xmlns:a16="http://schemas.microsoft.com/office/drawing/2014/main" id="{5306E269-83F5-4510-A180-109E926BB41B}"/>
                          </a:ext>
                        </a:extLst>
                      </p:cNvPr>
                      <p:cNvPicPr/>
                      <p:nvPr/>
                    </p:nvPicPr>
                    <p:blipFill>
                      <a:blip r:embed="rId10"/>
                      <a:stretch>
                        <a:fillRect/>
                      </a:stretch>
                    </p:blipFill>
                    <p:spPr>
                      <a:xfrm>
                        <a:off x="2118" y="1588"/>
                        <a:ext cx="2117"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F508B5D-85BE-4759-9082-A6CC41B59A85}"/>
              </a:ext>
            </a:extLst>
          </p:cNvPr>
          <p:cNvSpPr/>
          <p:nvPr userDrawn="1">
            <p:custDataLst>
              <p:tags r:id="rId2"/>
            </p:custDataLst>
          </p:nvPr>
        </p:nvSpPr>
        <p:spPr>
          <a:xfrm>
            <a:off x="1" y="0"/>
            <a:ext cx="211666"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lnSpc>
                <a:spcPct val="100000"/>
              </a:lnSpc>
              <a:spcBef>
                <a:spcPct val="0"/>
              </a:spcBef>
              <a:spcAft>
                <a:spcPct val="0"/>
              </a:spcAft>
            </a:pPr>
            <a:endParaRPr lang="en-AU" sz="22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8" name="3. Subtitle">
            <a:extLst>
              <a:ext uri="{FF2B5EF4-FFF2-40B4-BE49-F238E27FC236}">
                <a16:creationId xmlns:a16="http://schemas.microsoft.com/office/drawing/2014/main" id="{EE021D34-D41C-4EE9-A72D-F8D1E4D69428}"/>
              </a:ext>
            </a:extLst>
          </p:cNvPr>
          <p:cNvSpPr>
            <a:spLocks noGrp="1"/>
          </p:cNvSpPr>
          <p:nvPr>
            <p:ph type="subTitle" idx="1"/>
            <p:custDataLst>
              <p:tags r:id="rId3"/>
            </p:custDataLst>
          </p:nvPr>
        </p:nvSpPr>
        <p:spPr>
          <a:xfrm>
            <a:off x="554736" y="886968"/>
            <a:ext cx="11082528" cy="215444"/>
          </a:xfrm>
          <a:prstGeom prst="rect">
            <a:avLst/>
          </a:prstGeom>
        </p:spPr>
        <p:txBody>
          <a:bodyPr wrap="square">
            <a:noAutofit/>
          </a:bodyPr>
          <a:lstStyle>
            <a:lvl1pPr marL="0" indent="0" algn="l" rtl="0">
              <a:buNone/>
              <a:defRPr sz="1400">
                <a:solidFill>
                  <a:schemeClr val="tx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AU"/>
              <a:t>Click to edit Master subtitle style</a:t>
            </a:r>
          </a:p>
        </p:txBody>
      </p:sp>
      <p:sp>
        <p:nvSpPr>
          <p:cNvPr id="17" name="2. Slide Title">
            <a:extLst>
              <a:ext uri="{FF2B5EF4-FFF2-40B4-BE49-F238E27FC236}">
                <a16:creationId xmlns:a16="http://schemas.microsoft.com/office/drawing/2014/main" id="{2A02F3DA-248E-4A50-B54D-BAD18BAB3254}"/>
              </a:ext>
            </a:extLst>
          </p:cNvPr>
          <p:cNvSpPr>
            <a:spLocks noGrp="1"/>
          </p:cNvSpPr>
          <p:nvPr>
            <p:ph type="title"/>
            <p:custDataLst>
              <p:tags r:id="rId4"/>
            </p:custDataLst>
          </p:nvPr>
        </p:nvSpPr>
        <p:spPr>
          <a:xfrm>
            <a:off x="554736" y="115370"/>
            <a:ext cx="11082528" cy="731520"/>
          </a:xfrm>
        </p:spPr>
        <p:txBody>
          <a:bodyPr vert="horz"/>
          <a:lstStyle>
            <a:lvl1pPr rtl="0">
              <a:defRPr/>
            </a:lvl1pPr>
          </a:lstStyle>
          <a:p>
            <a:r>
              <a:rPr lang="en-AU"/>
              <a:t>Click to edit Master title style</a:t>
            </a:r>
          </a:p>
        </p:txBody>
      </p:sp>
      <p:sp>
        <p:nvSpPr>
          <p:cNvPr id="19" name="1. On-page tracker">
            <a:extLst>
              <a:ext uri="{FF2B5EF4-FFF2-40B4-BE49-F238E27FC236}">
                <a16:creationId xmlns:a16="http://schemas.microsoft.com/office/drawing/2014/main" id="{6566614D-2243-4769-9855-0829BD8A885C}"/>
              </a:ext>
            </a:extLst>
          </p:cNvPr>
          <p:cNvSpPr>
            <a:spLocks noGrp="1"/>
          </p:cNvSpPr>
          <p:nvPr>
            <p:ph type="body" sz="quarter" idx="15" hasCustomPrompt="1"/>
            <p:custDataLst>
              <p:tags r:id="rId5"/>
            </p:custDataLst>
          </p:nvPr>
        </p:nvSpPr>
        <p:spPr>
          <a:xfrm>
            <a:off x="7150608" y="89322"/>
            <a:ext cx="4486656" cy="123111"/>
          </a:xfrm>
          <a:prstGeom prst="rect">
            <a:avLst/>
          </a:prstGeom>
        </p:spPr>
        <p:txBody>
          <a:bodyPr anchor="ctr" anchorCtr="0">
            <a:spAutoFit/>
          </a:bodyPr>
          <a:lstStyle>
            <a:lvl1pPr algn="r" rtl="0">
              <a:buNone/>
              <a:defRPr sz="800">
                <a:solidFill>
                  <a:schemeClr val="tx1"/>
                </a:solidFill>
              </a:defRPr>
            </a:lvl1pPr>
            <a:lvl2pPr>
              <a:defRPr sz="900">
                <a:solidFill>
                  <a:schemeClr val="tx1"/>
                </a:solidFill>
              </a:defRPr>
            </a:lvl2pPr>
            <a:lvl3pPr>
              <a:defRPr sz="900">
                <a:solidFill>
                  <a:schemeClr val="tx1"/>
                </a:solidFill>
              </a:defRPr>
            </a:lvl3pPr>
            <a:lvl4pPr>
              <a:defRPr sz="900">
                <a:solidFill>
                  <a:schemeClr val="tx1"/>
                </a:solidFill>
              </a:defRPr>
            </a:lvl4pPr>
            <a:lvl5pPr>
              <a:defRPr sz="900">
                <a:solidFill>
                  <a:schemeClr val="tx1"/>
                </a:solidFill>
              </a:defRPr>
            </a:lvl5pPr>
          </a:lstStyle>
          <a:p>
            <a:pPr lvl="0"/>
            <a:r>
              <a:rPr lang="en-AU"/>
              <a:t>Chapter › Topic</a:t>
            </a:r>
          </a:p>
        </p:txBody>
      </p:sp>
      <p:sp>
        <p:nvSpPr>
          <p:cNvPr id="9" name="Slide Number">
            <a:extLst>
              <a:ext uri="{FF2B5EF4-FFF2-40B4-BE49-F238E27FC236}">
                <a16:creationId xmlns:a16="http://schemas.microsoft.com/office/drawing/2014/main" id="{3D1A1691-03F4-4B0C-8CAB-F8163BA54877}"/>
              </a:ext>
            </a:extLst>
          </p:cNvPr>
          <p:cNvSpPr>
            <a:spLocks noChangeArrowheads="1"/>
          </p:cNvSpPr>
          <p:nvPr userDrawn="1">
            <p:custDataLst>
              <p:tags r:id="rId6"/>
            </p:custDataLst>
          </p:nvPr>
        </p:nvSpPr>
        <p:spPr bwMode="ltGray">
          <a:xfrm>
            <a:off x="11301984" y="6519674"/>
            <a:ext cx="325502" cy="138499"/>
          </a:xfrm>
          <a:prstGeom prst="rect">
            <a:avLst/>
          </a:prstGeom>
          <a:noFill/>
          <a:ln w="9525" algn="ctr">
            <a:noFill/>
            <a:miter lim="800000"/>
            <a:headEnd/>
            <a:tailEnd/>
          </a:ln>
          <a:effectLst/>
        </p:spPr>
        <p:txBody>
          <a:bodyPr wrap="square" lIns="0" tIns="0" rIns="0" bIns="0" anchor="b">
            <a:spAutoFit/>
          </a:bodyPr>
          <a:lstStyle/>
          <a:p>
            <a:pPr algn="r" defTabSz="458047" rtl="0" fontAlgn="auto">
              <a:spcBef>
                <a:spcPts val="0"/>
              </a:spcBef>
              <a:spcAft>
                <a:spcPts val="0"/>
              </a:spcAft>
              <a:defRPr/>
            </a:pPr>
            <a:fld id="{4ABDCABE-3F10-B64C-92F1-862014417034}" type="slidenum">
              <a:rPr lang="en-AU" sz="900" smtClean="0">
                <a:solidFill>
                  <a:schemeClr val="tx1"/>
                </a:solidFill>
                <a:latin typeface="+mn-lt"/>
                <a:ea typeface="+mn-ea"/>
                <a:cs typeface="Arial" panose="020B0604020202020204" pitchFamily="34" charset="0"/>
              </a:rPr>
              <a:pPr algn="r" defTabSz="458047" rtl="0" fontAlgn="auto">
                <a:spcBef>
                  <a:spcPts val="0"/>
                </a:spcBef>
                <a:spcAft>
                  <a:spcPts val="0"/>
                </a:spcAft>
                <a:defRPr/>
              </a:pPr>
              <a:t>‹#›</a:t>
            </a:fld>
            <a:endParaRPr lang="en-AU" sz="900">
              <a:solidFill>
                <a:schemeClr val="tx1"/>
              </a:solidFill>
              <a:latin typeface="+mn-lt"/>
              <a:ea typeface="+mn-ea"/>
              <a:cs typeface="Arial" panose="020B0604020202020204" pitchFamily="34" charset="0"/>
            </a:endParaRPr>
          </a:p>
        </p:txBody>
      </p:sp>
      <p:sp>
        <p:nvSpPr>
          <p:cNvPr id="10" name="5. Source" hidden="1">
            <a:extLst>
              <a:ext uri="{FF2B5EF4-FFF2-40B4-BE49-F238E27FC236}">
                <a16:creationId xmlns:a16="http://schemas.microsoft.com/office/drawing/2014/main" id="{2D9802C1-17F2-4D5F-804F-01991074A31F}"/>
              </a:ext>
            </a:extLst>
          </p:cNvPr>
          <p:cNvSpPr txBox="1"/>
          <p:nvPr userDrawn="1">
            <p:custDataLst>
              <p:tags r:id="rId7"/>
            </p:custDataLst>
          </p:nvPr>
        </p:nvSpPr>
        <p:spPr>
          <a:xfrm>
            <a:off x="554737" y="6501671"/>
            <a:ext cx="6469210"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t>Source: …</a:t>
            </a:r>
          </a:p>
        </p:txBody>
      </p:sp>
    </p:spTree>
    <p:extLst>
      <p:ext uri="{BB962C8B-B14F-4D97-AF65-F5344CB8AC3E}">
        <p14:creationId xmlns:p14="http://schemas.microsoft.com/office/powerpoint/2010/main" val="23031900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306E269-83F5-4510-A180-109E926BB41B}"/>
              </a:ext>
            </a:extLst>
          </p:cNvPr>
          <p:cNvGraphicFramePr>
            <a:graphicFrameLocks noChangeAspect="1"/>
          </p:cNvGraphicFramePr>
          <p:nvPr userDrawn="1">
            <p:custDataLst>
              <p:tags r:id="rId1"/>
            </p:custDataLst>
            <p:extLst>
              <p:ext uri="{D42A27DB-BD31-4B8C-83A1-F6EECF244321}">
                <p14:modId xmlns:p14="http://schemas.microsoft.com/office/powerpoint/2010/main" val="3782234179"/>
              </p:ext>
            </p:ext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9" imgW="572" imgH="588" progId="TCLayout.ActiveDocument.1">
                  <p:embed/>
                </p:oleObj>
              </mc:Choice>
              <mc:Fallback>
                <p:oleObj name="think-cell Slide" r:id="rId9" imgW="572" imgH="588" progId="TCLayout.ActiveDocument.1">
                  <p:embed/>
                  <p:pic>
                    <p:nvPicPr>
                      <p:cNvPr id="3" name="Object 2" hidden="1">
                        <a:extLst>
                          <a:ext uri="{FF2B5EF4-FFF2-40B4-BE49-F238E27FC236}">
                            <a16:creationId xmlns:a16="http://schemas.microsoft.com/office/drawing/2014/main" id="{5306E269-83F5-4510-A180-109E926BB41B}"/>
                          </a:ext>
                        </a:extLst>
                      </p:cNvPr>
                      <p:cNvPicPr/>
                      <p:nvPr/>
                    </p:nvPicPr>
                    <p:blipFill>
                      <a:blip r:embed="rId10"/>
                      <a:stretch>
                        <a:fillRect/>
                      </a:stretch>
                    </p:blipFill>
                    <p:spPr>
                      <a:xfrm>
                        <a:off x="2118" y="1588"/>
                        <a:ext cx="2117"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F508B5D-85BE-4759-9082-A6CC41B59A85}"/>
              </a:ext>
            </a:extLst>
          </p:cNvPr>
          <p:cNvSpPr/>
          <p:nvPr userDrawn="1">
            <p:custDataLst>
              <p:tags r:id="rId2"/>
            </p:custDataLst>
          </p:nvPr>
        </p:nvSpPr>
        <p:spPr>
          <a:xfrm>
            <a:off x="1" y="0"/>
            <a:ext cx="211666"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lnSpc>
                <a:spcPct val="100000"/>
              </a:lnSpc>
              <a:spcBef>
                <a:spcPct val="0"/>
              </a:spcBef>
              <a:spcAft>
                <a:spcPct val="0"/>
              </a:spcAft>
            </a:pPr>
            <a:endParaRPr lang="en-AU" sz="22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8" name="3. Subtitle">
            <a:extLst>
              <a:ext uri="{FF2B5EF4-FFF2-40B4-BE49-F238E27FC236}">
                <a16:creationId xmlns:a16="http://schemas.microsoft.com/office/drawing/2014/main" id="{EE021D34-D41C-4EE9-A72D-F8D1E4D69428}"/>
              </a:ext>
            </a:extLst>
          </p:cNvPr>
          <p:cNvSpPr>
            <a:spLocks noGrp="1"/>
          </p:cNvSpPr>
          <p:nvPr>
            <p:ph type="subTitle" idx="1"/>
            <p:custDataLst>
              <p:tags r:id="rId3"/>
            </p:custDataLst>
          </p:nvPr>
        </p:nvSpPr>
        <p:spPr>
          <a:xfrm>
            <a:off x="554736" y="886968"/>
            <a:ext cx="11082528" cy="215444"/>
          </a:xfrm>
          <a:prstGeom prst="rect">
            <a:avLst/>
          </a:prstGeom>
        </p:spPr>
        <p:txBody>
          <a:bodyPr wrap="square">
            <a:noAutofit/>
          </a:bodyPr>
          <a:lstStyle>
            <a:lvl1pPr marL="0" indent="0" algn="l" rtl="0">
              <a:buNone/>
              <a:defRPr sz="1400">
                <a:solidFill>
                  <a:schemeClr val="tx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AU"/>
              <a:t>Click to edit Master subtitle style</a:t>
            </a:r>
          </a:p>
        </p:txBody>
      </p:sp>
      <p:sp>
        <p:nvSpPr>
          <p:cNvPr id="17" name="2. Slide Title">
            <a:extLst>
              <a:ext uri="{FF2B5EF4-FFF2-40B4-BE49-F238E27FC236}">
                <a16:creationId xmlns:a16="http://schemas.microsoft.com/office/drawing/2014/main" id="{2A02F3DA-248E-4A50-B54D-BAD18BAB3254}"/>
              </a:ext>
            </a:extLst>
          </p:cNvPr>
          <p:cNvSpPr>
            <a:spLocks noGrp="1"/>
          </p:cNvSpPr>
          <p:nvPr>
            <p:ph type="title"/>
            <p:custDataLst>
              <p:tags r:id="rId4"/>
            </p:custDataLst>
          </p:nvPr>
        </p:nvSpPr>
        <p:spPr>
          <a:xfrm>
            <a:off x="554736" y="115370"/>
            <a:ext cx="11082528" cy="731520"/>
          </a:xfrm>
        </p:spPr>
        <p:txBody>
          <a:bodyPr vert="horz"/>
          <a:lstStyle>
            <a:lvl1pPr rtl="0">
              <a:defRPr/>
            </a:lvl1pPr>
          </a:lstStyle>
          <a:p>
            <a:r>
              <a:rPr lang="en-AU"/>
              <a:t>Click to edit Master title style</a:t>
            </a:r>
          </a:p>
        </p:txBody>
      </p:sp>
      <p:sp>
        <p:nvSpPr>
          <p:cNvPr id="19" name="1. On-page tracker">
            <a:extLst>
              <a:ext uri="{FF2B5EF4-FFF2-40B4-BE49-F238E27FC236}">
                <a16:creationId xmlns:a16="http://schemas.microsoft.com/office/drawing/2014/main" id="{6566614D-2243-4769-9855-0829BD8A885C}"/>
              </a:ext>
            </a:extLst>
          </p:cNvPr>
          <p:cNvSpPr>
            <a:spLocks noGrp="1"/>
          </p:cNvSpPr>
          <p:nvPr>
            <p:ph type="body" sz="quarter" idx="15" hasCustomPrompt="1"/>
            <p:custDataLst>
              <p:tags r:id="rId5"/>
            </p:custDataLst>
          </p:nvPr>
        </p:nvSpPr>
        <p:spPr>
          <a:xfrm>
            <a:off x="7150608" y="89322"/>
            <a:ext cx="4486656" cy="123111"/>
          </a:xfrm>
          <a:prstGeom prst="rect">
            <a:avLst/>
          </a:prstGeom>
        </p:spPr>
        <p:txBody>
          <a:bodyPr anchor="ctr" anchorCtr="0">
            <a:spAutoFit/>
          </a:bodyPr>
          <a:lstStyle>
            <a:lvl1pPr algn="r" rtl="0">
              <a:buNone/>
              <a:defRPr sz="800">
                <a:solidFill>
                  <a:schemeClr val="tx1"/>
                </a:solidFill>
              </a:defRPr>
            </a:lvl1pPr>
            <a:lvl2pPr>
              <a:defRPr sz="900">
                <a:solidFill>
                  <a:schemeClr val="tx1"/>
                </a:solidFill>
              </a:defRPr>
            </a:lvl2pPr>
            <a:lvl3pPr>
              <a:defRPr sz="900">
                <a:solidFill>
                  <a:schemeClr val="tx1"/>
                </a:solidFill>
              </a:defRPr>
            </a:lvl3pPr>
            <a:lvl4pPr>
              <a:defRPr sz="900">
                <a:solidFill>
                  <a:schemeClr val="tx1"/>
                </a:solidFill>
              </a:defRPr>
            </a:lvl4pPr>
            <a:lvl5pPr>
              <a:defRPr sz="900">
                <a:solidFill>
                  <a:schemeClr val="tx1"/>
                </a:solidFill>
              </a:defRPr>
            </a:lvl5pPr>
          </a:lstStyle>
          <a:p>
            <a:pPr lvl="0"/>
            <a:r>
              <a:rPr lang="en-AU"/>
              <a:t>Chapter › Topic</a:t>
            </a:r>
          </a:p>
        </p:txBody>
      </p:sp>
      <p:sp>
        <p:nvSpPr>
          <p:cNvPr id="9" name="Slide Number">
            <a:extLst>
              <a:ext uri="{FF2B5EF4-FFF2-40B4-BE49-F238E27FC236}">
                <a16:creationId xmlns:a16="http://schemas.microsoft.com/office/drawing/2014/main" id="{3D1A1691-03F4-4B0C-8CAB-F8163BA54877}"/>
              </a:ext>
            </a:extLst>
          </p:cNvPr>
          <p:cNvSpPr>
            <a:spLocks noChangeArrowheads="1"/>
          </p:cNvSpPr>
          <p:nvPr userDrawn="1">
            <p:custDataLst>
              <p:tags r:id="rId6"/>
            </p:custDataLst>
          </p:nvPr>
        </p:nvSpPr>
        <p:spPr bwMode="ltGray">
          <a:xfrm>
            <a:off x="11301984" y="6519674"/>
            <a:ext cx="325502" cy="138499"/>
          </a:xfrm>
          <a:prstGeom prst="rect">
            <a:avLst/>
          </a:prstGeom>
          <a:noFill/>
          <a:ln w="9525" algn="ctr">
            <a:noFill/>
            <a:miter lim="800000"/>
            <a:headEnd/>
            <a:tailEnd/>
          </a:ln>
          <a:effectLst/>
        </p:spPr>
        <p:txBody>
          <a:bodyPr wrap="square" lIns="0" tIns="0" rIns="0" bIns="0" anchor="b">
            <a:spAutoFit/>
          </a:bodyPr>
          <a:lstStyle/>
          <a:p>
            <a:pPr algn="r" defTabSz="458047" rtl="0" fontAlgn="auto">
              <a:spcBef>
                <a:spcPts val="0"/>
              </a:spcBef>
              <a:spcAft>
                <a:spcPts val="0"/>
              </a:spcAft>
              <a:defRPr/>
            </a:pPr>
            <a:fld id="{4ABDCABE-3F10-B64C-92F1-862014417034}" type="slidenum">
              <a:rPr lang="en-AU" sz="900" smtClean="0">
                <a:solidFill>
                  <a:schemeClr val="tx1"/>
                </a:solidFill>
                <a:latin typeface="+mn-lt"/>
                <a:ea typeface="+mn-ea"/>
                <a:cs typeface="Arial" panose="020B0604020202020204" pitchFamily="34" charset="0"/>
              </a:rPr>
              <a:pPr algn="r" defTabSz="458047" rtl="0" fontAlgn="auto">
                <a:spcBef>
                  <a:spcPts val="0"/>
                </a:spcBef>
                <a:spcAft>
                  <a:spcPts val="0"/>
                </a:spcAft>
                <a:defRPr/>
              </a:pPr>
              <a:t>‹#›</a:t>
            </a:fld>
            <a:endParaRPr lang="en-AU" sz="900">
              <a:solidFill>
                <a:schemeClr val="tx1"/>
              </a:solidFill>
              <a:latin typeface="+mn-lt"/>
              <a:ea typeface="+mn-ea"/>
              <a:cs typeface="Arial" panose="020B0604020202020204" pitchFamily="34" charset="0"/>
            </a:endParaRPr>
          </a:p>
        </p:txBody>
      </p:sp>
      <p:sp>
        <p:nvSpPr>
          <p:cNvPr id="10" name="5. Source" hidden="1">
            <a:extLst>
              <a:ext uri="{FF2B5EF4-FFF2-40B4-BE49-F238E27FC236}">
                <a16:creationId xmlns:a16="http://schemas.microsoft.com/office/drawing/2014/main" id="{2D9802C1-17F2-4D5F-804F-01991074A31F}"/>
              </a:ext>
            </a:extLst>
          </p:cNvPr>
          <p:cNvSpPr txBox="1"/>
          <p:nvPr userDrawn="1">
            <p:custDataLst>
              <p:tags r:id="rId7"/>
            </p:custDataLst>
          </p:nvPr>
        </p:nvSpPr>
        <p:spPr>
          <a:xfrm>
            <a:off x="554737" y="6501671"/>
            <a:ext cx="6469210"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t>Source: …</a:t>
            </a:r>
          </a:p>
        </p:txBody>
      </p:sp>
    </p:spTree>
    <p:extLst>
      <p:ext uri="{BB962C8B-B14F-4D97-AF65-F5344CB8AC3E}">
        <p14:creationId xmlns:p14="http://schemas.microsoft.com/office/powerpoint/2010/main" val="3200633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ody_Standar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D546AEA-04C5-44A0-B315-BC37EA256918}"/>
              </a:ext>
            </a:extLst>
          </p:cNvPr>
          <p:cNvSpPr>
            <a:spLocks noGrp="1"/>
          </p:cNvSpPr>
          <p:nvPr>
            <p:ph type="body" sz="quarter" idx="13"/>
          </p:nvPr>
        </p:nvSpPr>
        <p:spPr>
          <a:xfrm>
            <a:off x="696000" y="1369810"/>
            <a:ext cx="10800000" cy="4690623"/>
          </a:xfrm>
        </p:spPr>
        <p:txBody>
          <a:bodyPr>
            <a:normAutofit/>
          </a:bodyPr>
          <a:lstStyle>
            <a:lvl1pPr>
              <a:defRPr sz="1600" b="0"/>
            </a:lvl1pPr>
            <a:lvl2pPr>
              <a:defRPr sz="1600" b="0"/>
            </a:lvl2pPr>
            <a:lvl3pPr>
              <a:defRPr sz="1600" b="0"/>
            </a:lvl3pPr>
            <a:lvl4pPr>
              <a:defRPr sz="1600" b="0"/>
            </a:lvl4pPr>
            <a:lvl5pPr>
              <a:defRPr sz="16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Text Placeholder 6">
            <a:extLst>
              <a:ext uri="{FF2B5EF4-FFF2-40B4-BE49-F238E27FC236}">
                <a16:creationId xmlns:a16="http://schemas.microsoft.com/office/drawing/2014/main" id="{6859993A-F190-4BC1-AC25-F768CBC8D821}"/>
              </a:ext>
            </a:extLst>
          </p:cNvPr>
          <p:cNvSpPr>
            <a:spLocks noGrp="1"/>
          </p:cNvSpPr>
          <p:nvPr>
            <p:ph type="body" sz="quarter" idx="14"/>
          </p:nvPr>
        </p:nvSpPr>
        <p:spPr>
          <a:xfrm>
            <a:off x="696000" y="357639"/>
            <a:ext cx="10800000" cy="552640"/>
          </a:xfrm>
        </p:spPr>
        <p:txBody>
          <a:bodyPr anchor="t">
            <a:normAutofit/>
          </a:bodyPr>
          <a:lstStyle>
            <a:lvl1pPr marL="0" indent="0">
              <a:buNone/>
              <a:defRPr sz="2800" b="1"/>
            </a:lvl1pPr>
            <a:lvl5pPr marL="1828754" indent="0">
              <a:buNone/>
              <a:defRPr/>
            </a:lvl5pPr>
          </a:lstStyle>
          <a:p>
            <a:pPr lvl="0"/>
            <a:r>
              <a:rPr lang="en-US"/>
              <a:t>Click to edit Master text styles</a:t>
            </a:r>
          </a:p>
        </p:txBody>
      </p:sp>
      <p:pic>
        <p:nvPicPr>
          <p:cNvPr id="12" name="Picture 11">
            <a:extLst>
              <a:ext uri="{FF2B5EF4-FFF2-40B4-BE49-F238E27FC236}">
                <a16:creationId xmlns:a16="http://schemas.microsoft.com/office/drawing/2014/main" id="{EE9884EE-CC9E-475C-9354-E23BD2B6AE3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341057" y="6384470"/>
            <a:ext cx="1154268" cy="308887"/>
          </a:xfrm>
          <a:prstGeom prst="rect">
            <a:avLst/>
          </a:prstGeom>
        </p:spPr>
      </p:pic>
      <p:sp>
        <p:nvSpPr>
          <p:cNvPr id="6" name="Text Placeholder 5">
            <a:extLst>
              <a:ext uri="{FF2B5EF4-FFF2-40B4-BE49-F238E27FC236}">
                <a16:creationId xmlns:a16="http://schemas.microsoft.com/office/drawing/2014/main" id="{4FC88F18-4FCE-459F-8B43-6BE984B0A4BD}"/>
              </a:ext>
            </a:extLst>
          </p:cNvPr>
          <p:cNvSpPr>
            <a:spLocks noGrp="1"/>
          </p:cNvSpPr>
          <p:nvPr>
            <p:ph type="body" sz="quarter" idx="15" hasCustomPrompt="1"/>
          </p:nvPr>
        </p:nvSpPr>
        <p:spPr>
          <a:xfrm>
            <a:off x="695324" y="6061077"/>
            <a:ext cx="10800000" cy="227583"/>
          </a:xfrm>
        </p:spPr>
        <p:txBody>
          <a:bodyPr lIns="0" tIns="0" rIns="0" bIns="0">
            <a:noAutofit/>
          </a:bodyPr>
          <a:lstStyle>
            <a:lvl1pPr marL="0" indent="0">
              <a:buNone/>
              <a:defRPr sz="1051"/>
            </a:lvl1pPr>
          </a:lstStyle>
          <a:p>
            <a:pPr lvl="0"/>
            <a:r>
              <a:rPr lang="en-AU"/>
              <a:t>Source</a:t>
            </a:r>
          </a:p>
        </p:txBody>
      </p:sp>
      <p:sp>
        <p:nvSpPr>
          <p:cNvPr id="10" name="Slide Number Placeholder 5">
            <a:extLst>
              <a:ext uri="{FF2B5EF4-FFF2-40B4-BE49-F238E27FC236}">
                <a16:creationId xmlns:a16="http://schemas.microsoft.com/office/drawing/2014/main" id="{60A8243E-972F-415B-82B9-300C4BCF77E5}"/>
              </a:ext>
            </a:extLst>
          </p:cNvPr>
          <p:cNvSpPr>
            <a:spLocks noGrp="1"/>
          </p:cNvSpPr>
          <p:nvPr>
            <p:ph type="sldNum" sz="quarter" idx="4"/>
          </p:nvPr>
        </p:nvSpPr>
        <p:spPr>
          <a:xfrm>
            <a:off x="4724400" y="6356351"/>
            <a:ext cx="2743200" cy="365125"/>
          </a:xfrm>
          <a:prstGeom prst="rect">
            <a:avLst/>
          </a:prstGeom>
        </p:spPr>
        <p:txBody>
          <a:bodyPr vert="horz" lIns="91440" tIns="45720" rIns="91440" bIns="45720" rtlCol="0" anchor="ctr"/>
          <a:lstStyle>
            <a:lvl1pPr algn="ctr">
              <a:defRPr sz="1000" b="0">
                <a:solidFill>
                  <a:srgbClr val="828282"/>
                </a:solidFill>
                <a:latin typeface="Maax" panose="02000000000000000000" pitchFamily="2" charset="0"/>
              </a:defRPr>
            </a:lvl1pPr>
          </a:lstStyle>
          <a:p>
            <a:fld id="{4B637AEE-2F6B-4D92-90BC-3D6302BB760A}" type="slidenum">
              <a:rPr lang="en-AU" smtClean="0"/>
              <a:pPr/>
              <a:t>‹#›</a:t>
            </a:fld>
            <a:endParaRPr lang="en-AU"/>
          </a:p>
        </p:txBody>
      </p:sp>
    </p:spTree>
    <p:extLst>
      <p:ext uri="{BB962C8B-B14F-4D97-AF65-F5344CB8AC3E}">
        <p14:creationId xmlns:p14="http://schemas.microsoft.com/office/powerpoint/2010/main" val="41214817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1/2 no logo">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047729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gn="ctr" rtl="0"/>
            <a:endParaRPr lang="en-AU">
              <a:solidFill>
                <a:srgbClr val="F0F0F0"/>
              </a:solidFill>
              <a:latin typeface="+mn-lt"/>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b="0" smtClean="0">
                <a:solidFill>
                  <a:schemeClr val="tx1"/>
                </a:solidFill>
                <a:latin typeface="+mn-lt"/>
                <a:ea typeface="+mn-ea"/>
                <a:cs typeface="+mn-cs"/>
              </a:rPr>
              <a:pPr algn="r" defTabSz="610744" rtl="0" fontAlgn="auto">
                <a:spcBef>
                  <a:spcPts val="0"/>
                </a:spcBef>
                <a:spcAft>
                  <a:spcPts val="0"/>
                </a:spcAft>
                <a:defRPr/>
              </a:pPr>
              <a:t>‹#›</a:t>
            </a:fld>
            <a:endParaRPr lang="en-AU" sz="900" b="0">
              <a:solidFill>
                <a:schemeClr val="tx1"/>
              </a:solidFill>
              <a:latin typeface="+mn-lt"/>
              <a:ea typeface="+mn-ea"/>
              <a:cs typeface="+mn-cs"/>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5"/>
            </p:custDataLst>
          </p:nvPr>
        </p:nvSpPr>
        <p:spPr>
          <a:xfrm>
            <a:off x="554736" y="172212"/>
            <a:ext cx="5065776" cy="731520"/>
          </a:xfrm>
        </p:spPr>
        <p:txBody>
          <a:bodyPr vert="horz"/>
          <a:lstStyle>
            <a:lvl1pPr rtl="0">
              <a:defRPr>
                <a:latin typeface="+mj-lt"/>
                <a:ea typeface="+mj-ea"/>
                <a:cs typeface="+mj-cs"/>
              </a:defRPr>
            </a:lvl1pPr>
          </a:lstStyle>
          <a:p>
            <a:r>
              <a:rPr lang="en-AU"/>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19250"/>
            <a:ext cx="5065776" cy="246221"/>
          </a:xfrm>
          <a:prstGeom prst="rect">
            <a:avLst/>
          </a:prstGeom>
        </p:spPr>
        <p:txBody>
          <a:bodyPr wrap="square">
            <a:spAutoFit/>
          </a:bodyPr>
          <a:lstStyle>
            <a:lvl1pPr marL="0" indent="0" algn="l" rtl="0">
              <a:buNone/>
              <a:defRPr sz="1600" b="0" baseline="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latin typeface="+mn-lt"/>
                <a:ea typeface="+mn-ea"/>
                <a:cs typeface="+mn-cs"/>
              </a:rPr>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latin typeface="+mn-lt"/>
                <a:ea typeface="+mn-ea"/>
                <a:cs typeface="+mn-cs"/>
              </a:defRPr>
            </a:lvl1pPr>
          </a:lstStyle>
          <a:p>
            <a:pPr lvl="0">
              <a:buNone/>
            </a:pPr>
            <a:r>
              <a:rPr lang="en-AU"/>
              <a:t>Add tracker</a:t>
            </a:r>
          </a:p>
        </p:txBody>
      </p:sp>
      <p:sp>
        <p:nvSpPr>
          <p:cNvPr id="13" name="fl" descr="    Confidential">
            <a:extLst>
              <a:ext uri="{FF2B5EF4-FFF2-40B4-BE49-F238E27FC236}">
                <a16:creationId xmlns:a16="http://schemas.microsoft.com/office/drawing/2014/main" id="{427D17D2-B1E8-4FE1-84D6-2BBF7B917B6C}"/>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Tree>
    <p:extLst>
      <p:ext uri="{BB962C8B-B14F-4D97-AF65-F5344CB8AC3E}">
        <p14:creationId xmlns:p14="http://schemas.microsoft.com/office/powerpoint/2010/main" val="36403947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_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28615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eaLnBrk="1">
              <a:lnSpc>
                <a:spcPct val="100000"/>
              </a:lnSpc>
              <a:spcBef>
                <a:spcPct val="0"/>
              </a:spcBef>
              <a:spcAft>
                <a:spcPct val="0"/>
              </a:spcAft>
            </a:pPr>
            <a:endParaRPr lang="en-AU"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vert="horz"/>
          <a:lstStyle>
            <a:lvl1pPr rtl="0">
              <a:defRPr/>
            </a:lvl1pPr>
          </a:lstStyle>
          <a:p>
            <a:r>
              <a:rPr lang="en-AU"/>
              <a:t>Click to edit Master 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AU" sz="90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AU"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AU"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rtl="0">
              <a:defRPr sz="800">
                <a:latin typeface="+mn-lt"/>
              </a:defRPr>
            </a:lvl1pPr>
          </a:lstStyle>
          <a:p>
            <a:pPr lvl="0"/>
            <a:r>
              <a:rPr lang="en-AU"/>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19250"/>
            <a:ext cx="11082528" cy="246221"/>
          </a:xfrm>
        </p:spPr>
        <p:txBody>
          <a:bodyPr anchor="ctr" anchorCtr="0"/>
          <a:lstStyle>
            <a:lvl1pPr rtl="0">
              <a:defRPr/>
            </a:lvl1pPr>
          </a:lstStyle>
          <a:p>
            <a:r>
              <a:rPr lang="en-AU" sz="1600"/>
              <a:t>Click to edit Master subtitle style</a:t>
            </a:r>
          </a:p>
        </p:txBody>
      </p:sp>
    </p:spTree>
    <p:extLst>
      <p:ext uri="{BB962C8B-B14F-4D97-AF65-F5344CB8AC3E}">
        <p14:creationId xmlns:p14="http://schemas.microsoft.com/office/powerpoint/2010/main" val="1460207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mp; sub-title only">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8BD2172-4C2D-91C6-87DF-904A4077AB51}"/>
              </a:ext>
            </a:extLst>
          </p:cNvPr>
          <p:cNvGraphicFramePr>
            <a:graphicFrameLocks noChangeAspect="1"/>
          </p:cNvGraphicFramePr>
          <p:nvPr userDrawn="1">
            <p:custDataLst>
              <p:tags r:id="rId1"/>
            </p:custDataLst>
            <p:extLst>
              <p:ext uri="{D42A27DB-BD31-4B8C-83A1-F6EECF244321}">
                <p14:modId xmlns:p14="http://schemas.microsoft.com/office/powerpoint/2010/main" val="5655568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78BD2172-4C2D-91C6-87DF-904A4077AB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E1C28B-9EF2-4E83-9EA3-38316A10928A}"/>
              </a:ext>
            </a:extLst>
          </p:cNvPr>
          <p:cNvSpPr>
            <a:spLocks noGrp="1"/>
          </p:cNvSpPr>
          <p:nvPr>
            <p:ph type="title" hasCustomPrompt="1"/>
          </p:nvPr>
        </p:nvSpPr>
        <p:spPr>
          <a:xfrm>
            <a:off x="435935" y="236142"/>
            <a:ext cx="11312525" cy="215900"/>
          </a:xfrm>
        </p:spPr>
        <p:txBody>
          <a:bodyPr vert="horz" anchor="b">
            <a:normAutofit/>
          </a:bodyPr>
          <a:lstStyle>
            <a:lvl1pPr>
              <a:defRPr sz="1200" b="0" cap="all" baseline="0"/>
            </a:lvl1pPr>
          </a:lstStyle>
          <a:p>
            <a:r>
              <a:rPr lang="en-US"/>
              <a:t>ADD: SLIDE DESCRIPTION OR SECTION NAME</a:t>
            </a:r>
            <a:endParaRPr lang="en-AU"/>
          </a:p>
        </p:txBody>
      </p:sp>
      <p:sp>
        <p:nvSpPr>
          <p:cNvPr id="11" name="Text Placeholder 10">
            <a:extLst>
              <a:ext uri="{FF2B5EF4-FFF2-40B4-BE49-F238E27FC236}">
                <a16:creationId xmlns:a16="http://schemas.microsoft.com/office/drawing/2014/main" id="{F5FFC738-AEBD-D80C-93FA-A0BAA64FB0CE}"/>
              </a:ext>
            </a:extLst>
          </p:cNvPr>
          <p:cNvSpPr>
            <a:spLocks noGrp="1"/>
          </p:cNvSpPr>
          <p:nvPr>
            <p:ph type="body" sz="quarter" idx="18"/>
          </p:nvPr>
        </p:nvSpPr>
        <p:spPr>
          <a:xfrm>
            <a:off x="435935" y="1422515"/>
            <a:ext cx="11313153" cy="4847995"/>
          </a:xfrm>
        </p:spPr>
        <p:txBody>
          <a:bodyPr>
            <a:normAutofit/>
          </a:bodyPr>
          <a:lstStyle>
            <a:lvl1pPr>
              <a:spcBef>
                <a:spcPts val="300"/>
              </a:spcBef>
              <a:spcAft>
                <a:spcPts val="300"/>
              </a:spcAft>
              <a:defRPr sz="1400"/>
            </a:lvl1pPr>
            <a:lvl2pPr>
              <a:spcBef>
                <a:spcPts val="300"/>
              </a:spcBef>
              <a:spcAft>
                <a:spcPts val="300"/>
              </a:spcAft>
              <a:defRPr sz="1400"/>
            </a:lvl2pPr>
            <a:lvl3pPr>
              <a:spcBef>
                <a:spcPts val="300"/>
              </a:spcBef>
              <a:spcAft>
                <a:spcPts val="300"/>
              </a:spcAft>
              <a:defRPr sz="1400"/>
            </a:lvl3pPr>
            <a:lvl4pPr>
              <a:spcBef>
                <a:spcPts val="300"/>
              </a:spcBef>
              <a:spcAft>
                <a:spcPts val="300"/>
              </a:spcAft>
              <a:defRPr sz="1400"/>
            </a:lvl4pPr>
            <a:lvl5pPr>
              <a:spcBef>
                <a:spcPts val="300"/>
              </a:spcBef>
              <a:spcAft>
                <a:spcPts val="300"/>
              </a:spcAft>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3">
            <a:extLst>
              <a:ext uri="{FF2B5EF4-FFF2-40B4-BE49-F238E27FC236}">
                <a16:creationId xmlns:a16="http://schemas.microsoft.com/office/drawing/2014/main" id="{4ECE6D84-5952-9E7B-A70E-02406FF6EE8D}"/>
              </a:ext>
            </a:extLst>
          </p:cNvPr>
          <p:cNvSpPr>
            <a:spLocks noGrp="1"/>
          </p:cNvSpPr>
          <p:nvPr>
            <p:ph type="body" sz="quarter" idx="19" hasCustomPrompt="1"/>
          </p:nvPr>
        </p:nvSpPr>
        <p:spPr>
          <a:xfrm>
            <a:off x="425930" y="574675"/>
            <a:ext cx="11312525" cy="725207"/>
          </a:xfrm>
        </p:spPr>
        <p:txBody>
          <a:bodyPr>
            <a:normAutofit/>
          </a:bodyPr>
          <a:lstStyle>
            <a:lvl1pPr>
              <a:defRPr sz="2200"/>
            </a:lvl1pPr>
          </a:lstStyle>
          <a:p>
            <a:pPr lvl="0"/>
            <a:r>
              <a:rPr lang="en-GB"/>
              <a:t>ADD: Key message “so-what”/ insight that shows deeper understanding in crisp language, don’t explain what the slide is about, put that in descriptor. Max. 2 lines</a:t>
            </a:r>
            <a:endParaRPr lang="en-US"/>
          </a:p>
        </p:txBody>
      </p:sp>
      <p:sp>
        <p:nvSpPr>
          <p:cNvPr id="3" name="Footer Placeholder 2">
            <a:extLst>
              <a:ext uri="{FF2B5EF4-FFF2-40B4-BE49-F238E27FC236}">
                <a16:creationId xmlns:a16="http://schemas.microsoft.com/office/drawing/2014/main" id="{91F00CDA-557A-FDDF-577C-C95BDF84C5B5}"/>
              </a:ext>
            </a:extLst>
          </p:cNvPr>
          <p:cNvSpPr>
            <a:spLocks noGrp="1"/>
          </p:cNvSpPr>
          <p:nvPr>
            <p:ph type="ftr" sz="quarter" idx="21"/>
          </p:nvPr>
        </p:nvSpPr>
        <p:spPr/>
        <p:txBody>
          <a:bodyPr/>
          <a:lstStyle/>
          <a:p>
            <a:r>
              <a:rPr lang="en-AU"/>
              <a:t>ADD: Presentation Name</a:t>
            </a:r>
          </a:p>
        </p:txBody>
      </p:sp>
      <p:sp>
        <p:nvSpPr>
          <p:cNvPr id="5" name="Slide Number Placeholder 4">
            <a:extLst>
              <a:ext uri="{FF2B5EF4-FFF2-40B4-BE49-F238E27FC236}">
                <a16:creationId xmlns:a16="http://schemas.microsoft.com/office/drawing/2014/main" id="{1510555C-0756-18CA-330D-A668A472E3FD}"/>
              </a:ext>
            </a:extLst>
          </p:cNvPr>
          <p:cNvSpPr>
            <a:spLocks noGrp="1"/>
          </p:cNvSpPr>
          <p:nvPr>
            <p:ph type="sldNum" sz="quarter" idx="22"/>
          </p:nvPr>
        </p:nvSpPr>
        <p:spPr/>
        <p:txBody>
          <a:bodyPr/>
          <a:lstStyle/>
          <a:p>
            <a:fld id="{EF2F7A32-C1EA-4F7E-B0A2-7FCB5BFE90DE}" type="slidenum">
              <a:rPr lang="en-AU" smtClean="0"/>
              <a:pPr/>
              <a:t>‹#›</a:t>
            </a:fld>
            <a:endParaRPr lang="en-AU"/>
          </a:p>
        </p:txBody>
      </p:sp>
      <p:sp>
        <p:nvSpPr>
          <p:cNvPr id="18" name="Text Placeholder 17">
            <a:extLst>
              <a:ext uri="{FF2B5EF4-FFF2-40B4-BE49-F238E27FC236}">
                <a16:creationId xmlns:a16="http://schemas.microsoft.com/office/drawing/2014/main" id="{2081044C-621C-BB61-EC7F-DF272E7C36D7}"/>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12997058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ver_coloured background">
    <p:bg>
      <p:bgPr>
        <a:solidFill>
          <a:schemeClr val="tx1"/>
        </a:solidFill>
        <a:effectLst/>
      </p:bgPr>
    </p:bg>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0" y="1477010"/>
            <a:ext cx="8342313" cy="2057400"/>
          </a:xfrm>
          <a:prstGeom prst="rect">
            <a:avLst/>
          </a:prstGeom>
        </p:spPr>
        <p:txBody>
          <a:bodyPr lIns="0" tIns="0" rIns="0" bIns="0" anchor="b">
            <a:noAutofit/>
          </a:bodyPr>
          <a:lstStyle>
            <a:lvl1pPr>
              <a:lnSpc>
                <a:spcPct val="90000"/>
              </a:lnSpc>
              <a:defRPr sz="6600" b="1" i="0">
                <a:solidFill>
                  <a:schemeClr val="bg1"/>
                </a:solidFill>
                <a:latin typeface="Arial" panose="020B0604020202020204" pitchFamily="34" charset="0"/>
              </a:defRPr>
            </a:lvl1pPr>
          </a:lstStyle>
          <a:p>
            <a:pPr lvl="0"/>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3743325"/>
            <a:ext cx="5789612" cy="609398"/>
          </a:xfrm>
          <a:prstGeom prst="rect">
            <a:avLst/>
          </a:prstGeom>
        </p:spPr>
        <p:txBody>
          <a:bodyPr lIns="0" tIns="0" rIns="0" bIns="0">
            <a:noAutofit/>
          </a:bodyPr>
          <a:lstStyle>
            <a:lvl1pPr>
              <a:lnSpc>
                <a:spcPct val="110000"/>
              </a:lnSpc>
              <a:defRPr sz="1800" b="0" i="0">
                <a:solidFill>
                  <a:schemeClr val="bg1"/>
                </a:solidFill>
                <a:latin typeface="Arial" panose="020B0604020202020204" pitchFamily="34" charset="0"/>
              </a:defRPr>
            </a:lvl1pPr>
          </a:lstStyle>
          <a:p>
            <a:pPr lvl="0"/>
            <a:r>
              <a:rPr lang="en-AU"/>
              <a:t>Subtitle goes here in few lines, and it’s always good to keep it short.</a:t>
            </a:r>
          </a:p>
        </p:txBody>
      </p:sp>
      <p:sp>
        <p:nvSpPr>
          <p:cNvPr id="2" name="Rectangle 1">
            <a:extLst>
              <a:ext uri="{FF2B5EF4-FFF2-40B4-BE49-F238E27FC236}">
                <a16:creationId xmlns:a16="http://schemas.microsoft.com/office/drawing/2014/main" id="{41EFDD10-83D2-BDC1-DE68-6F8403FB60E8}"/>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3" name="Rectangle 2">
            <a:extLst>
              <a:ext uri="{FF2B5EF4-FFF2-40B4-BE49-F238E27FC236}">
                <a16:creationId xmlns:a16="http://schemas.microsoft.com/office/drawing/2014/main" id="{DC49CB5C-1E18-CF61-D232-F5EC5F449A65}"/>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947CD1CD-2AB1-10F8-8D9D-510CE4ABA101}"/>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81124497-CFF1-2D6F-2CA4-4559E2E0093D}"/>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AB5E8642-4A0E-5FD0-3B9C-7986030D1D3F}"/>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371BE072-5EF7-7E08-23E5-FF67FA4184A7}"/>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B4B6BD58-E6AA-90BD-D53B-2927E56C2206}"/>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TextBox 10">
            <a:extLst>
              <a:ext uri="{FF2B5EF4-FFF2-40B4-BE49-F238E27FC236}">
                <a16:creationId xmlns:a16="http://schemas.microsoft.com/office/drawing/2014/main" id="{AA1308C8-8CAE-6EBB-5CD0-54B53DFB1B5C}"/>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4" name="Picture 2" descr="TPG Telecom logo in transparent PNG and vectorized SVG formats">
            <a:extLst>
              <a:ext uri="{FF2B5EF4-FFF2-40B4-BE49-F238E27FC236}">
                <a16:creationId xmlns:a16="http://schemas.microsoft.com/office/drawing/2014/main" id="{DB92F7AD-5077-CC3E-9C60-E6642253AE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0060" y="6147662"/>
            <a:ext cx="1158171" cy="309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15A95DEC-CF17-2021-F824-319D29B1BE26}"/>
              </a:ext>
            </a:extLst>
          </p:cNvPr>
          <p:cNvPicPr>
            <a:picLocks noChangeAspect="1"/>
          </p:cNvPicPr>
          <p:nvPr userDrawn="1"/>
        </p:nvPicPr>
        <p:blipFill>
          <a:blip r:embed="rId3"/>
          <a:srcRect/>
          <a:stretch/>
        </p:blipFill>
        <p:spPr>
          <a:xfrm>
            <a:off x="1836347" y="6160470"/>
            <a:ext cx="977873" cy="283984"/>
          </a:xfrm>
          <a:prstGeom prst="rect">
            <a:avLst/>
          </a:prstGeom>
        </p:spPr>
      </p:pic>
    </p:spTree>
    <p:extLst>
      <p:ext uri="{BB962C8B-B14F-4D97-AF65-F5344CB8AC3E}">
        <p14:creationId xmlns:p14="http://schemas.microsoft.com/office/powerpoint/2010/main" val="370388359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68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Cover_coloured background">
    <p:bg>
      <p:bgPr>
        <a:solidFill>
          <a:schemeClr val="tx1"/>
        </a:solidFill>
        <a:effectLst/>
      </p:bgPr>
    </p:bg>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1" y="2011584"/>
            <a:ext cx="6819692" cy="2057400"/>
          </a:xfrm>
          <a:prstGeom prst="rect">
            <a:avLst/>
          </a:prstGeom>
        </p:spPr>
        <p:txBody>
          <a:bodyPr vert="horz" lIns="0" tIns="0" rIns="0" bIns="0" rtlCol="0" anchor="b">
            <a:noAutofit/>
          </a:bodyPr>
          <a:lstStyle>
            <a:lvl1pPr>
              <a:defRPr lang="en-US" sz="6600">
                <a:solidFill>
                  <a:schemeClr val="bg1"/>
                </a:solidFill>
              </a:defRPr>
            </a:lvl1pPr>
          </a:lstStyle>
          <a:p>
            <a:pPr lvl="0">
              <a:lnSpc>
                <a:spcPct val="90000"/>
              </a:lnSpc>
            </a:pPr>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4277899"/>
            <a:ext cx="5789612" cy="609398"/>
          </a:xfrm>
          <a:prstGeom prst="rect">
            <a:avLst/>
          </a:prstGeom>
        </p:spPr>
        <p:txBody>
          <a:bodyPr lIns="0" tIns="0" rIns="0" bIns="0">
            <a:noAutofit/>
          </a:bodyPr>
          <a:lstStyle>
            <a:lvl1pPr>
              <a:lnSpc>
                <a:spcPct val="110000"/>
              </a:lnSpc>
              <a:defRPr sz="1800" b="0" i="0">
                <a:solidFill>
                  <a:schemeClr val="bg1"/>
                </a:solidFill>
                <a:latin typeface="Arial" panose="020B0604020202020204" pitchFamily="34" charset="0"/>
              </a:defRPr>
            </a:lvl1pPr>
          </a:lstStyle>
          <a:p>
            <a:pPr lvl="0"/>
            <a:r>
              <a:rPr lang="en-AU"/>
              <a:t>Subtitle goes here in few lines, and it’s always good to keep it short.</a:t>
            </a:r>
          </a:p>
        </p:txBody>
      </p:sp>
      <p:pic>
        <p:nvPicPr>
          <p:cNvPr id="2" name="Picture 1">
            <a:extLst>
              <a:ext uri="{FF2B5EF4-FFF2-40B4-BE49-F238E27FC236}">
                <a16:creationId xmlns:a16="http://schemas.microsoft.com/office/drawing/2014/main" id="{3C6952D1-1EA2-EFDE-7131-D710D088BF8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44863" y="1195192"/>
            <a:ext cx="4640749" cy="4467617"/>
          </a:xfrm>
          <a:prstGeom prst="ellipse">
            <a:avLst/>
          </a:prstGeom>
        </p:spPr>
      </p:pic>
      <p:sp>
        <p:nvSpPr>
          <p:cNvPr id="4" name="Rectangle 3">
            <a:extLst>
              <a:ext uri="{FF2B5EF4-FFF2-40B4-BE49-F238E27FC236}">
                <a16:creationId xmlns:a16="http://schemas.microsoft.com/office/drawing/2014/main" id="{9FDF50F7-CDB0-B9E5-6CB1-C4C9E1285EF2}"/>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A8B526BE-C569-307D-0692-6A3FDA6D0AAF}"/>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273817D0-FC2C-7A52-CDD0-585629DDD146}"/>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12CD32FA-D7F2-6844-17FA-2D89166AC8E8}"/>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1138E0B9-A2F3-E150-290E-CCB039F75875}"/>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2D59300A-DC3E-9119-9EA8-F4335C068E4A}"/>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Rectangle 12">
            <a:extLst>
              <a:ext uri="{FF2B5EF4-FFF2-40B4-BE49-F238E27FC236}">
                <a16:creationId xmlns:a16="http://schemas.microsoft.com/office/drawing/2014/main" id="{64C3E263-0C38-A7DD-E5CA-E4F7939EA507}"/>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4" name="TextBox 13">
            <a:extLst>
              <a:ext uri="{FF2B5EF4-FFF2-40B4-BE49-F238E27FC236}">
                <a16:creationId xmlns:a16="http://schemas.microsoft.com/office/drawing/2014/main" id="{23115F54-B1FF-7E37-7FD3-DA8BD5C1B957}"/>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6" name="Picture 2" descr="TPG Telecom logo in transparent PNG and vectorized SVG formats">
            <a:extLst>
              <a:ext uri="{FF2B5EF4-FFF2-40B4-BE49-F238E27FC236}">
                <a16:creationId xmlns:a16="http://schemas.microsoft.com/office/drawing/2014/main" id="{B7E85E8B-08D5-D9C4-A670-F93EC6DEFC9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0060" y="6147662"/>
            <a:ext cx="1158171" cy="30960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261AC9F2-611C-C4C2-B258-EDAC04805DFD}"/>
              </a:ext>
            </a:extLst>
          </p:cNvPr>
          <p:cNvGrpSpPr/>
          <p:nvPr userDrawn="1"/>
        </p:nvGrpSpPr>
        <p:grpSpPr>
          <a:xfrm>
            <a:off x="425170" y="1536817"/>
            <a:ext cx="1702955" cy="246873"/>
            <a:chOff x="437526" y="901271"/>
            <a:chExt cx="1702955" cy="246873"/>
          </a:xfrm>
        </p:grpSpPr>
        <p:sp>
          <p:nvSpPr>
            <p:cNvPr id="7" name="Text Placeholder 2">
              <a:extLst>
                <a:ext uri="{FF2B5EF4-FFF2-40B4-BE49-F238E27FC236}">
                  <a16:creationId xmlns:a16="http://schemas.microsoft.com/office/drawing/2014/main" id="{8F3B3C70-1F5B-3EE2-2BB0-742A128A9C30}"/>
                </a:ext>
              </a:extLst>
            </p:cNvPr>
            <p:cNvSpPr txBox="1">
              <a:spLocks/>
            </p:cNvSpPr>
            <p:nvPr/>
          </p:nvSpPr>
          <p:spPr>
            <a:xfrm>
              <a:off x="437526" y="901271"/>
              <a:ext cx="977458" cy="246873"/>
            </a:xfrm>
            <a:prstGeom prst="rect">
              <a:avLst/>
            </a:prstGeom>
          </p:spPr>
          <p:txBody>
            <a:bodyPr vert="horz" lIns="0" tIns="0" rIns="0" bIns="0" rtlCol="0">
              <a:noAutofit/>
            </a:bodyPr>
            <a:lstStyle>
              <a:lvl1pPr marL="0" indent="0" algn="l" defTabSz="914377" rtl="0" eaLnBrk="1" latinLnBrk="0" hangingPunct="1">
                <a:lnSpc>
                  <a:spcPct val="110000"/>
                </a:lnSpc>
                <a:spcBef>
                  <a:spcPts val="0"/>
                </a:spcBef>
                <a:spcAft>
                  <a:spcPts val="0"/>
                </a:spcAft>
                <a:buFont typeface="Arial" panose="020B0604020202020204" pitchFamily="34" charset="0"/>
                <a:buNone/>
                <a:defRPr lang="en-US" sz="1800" b="0" i="0" kern="1200" cap="none" baseline="0">
                  <a:solidFill>
                    <a:schemeClr val="bg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00000"/>
                </a:lnSpc>
                <a:spcBef>
                  <a:spcPts val="0"/>
                </a:spcBef>
                <a:spcAft>
                  <a:spcPts val="0"/>
                </a:spcAft>
                <a:buFont typeface="Arial" panose="020B0604020202020204" pitchFamily="34" charset="0"/>
                <a:buNone/>
                <a:defRPr lang="en-US" sz="1100" b="0" i="0" kern="1200" cap="none" baseline="0" dirty="0">
                  <a:solidFill>
                    <a:schemeClr val="tx1"/>
                  </a:solidFill>
                  <a:latin typeface="Arial" panose="020B0604020202020204" pitchFamily="34" charset="0"/>
                  <a:ea typeface="+mn-ea"/>
                  <a:cs typeface="Arial" panose="020B0604020202020204" pitchFamily="34" charset="0"/>
                </a:defRPr>
              </a:lvl2pPr>
              <a:lvl3pPr marL="180975" indent="-180975" algn="l" defTabSz="914377" rtl="0" eaLnBrk="1" latinLnBrk="0" hangingPunct="1">
                <a:lnSpc>
                  <a:spcPct val="90000"/>
                </a:lnSpc>
                <a:spcBef>
                  <a:spcPts val="0"/>
                </a:spcBef>
                <a:spcAft>
                  <a:spcPts val="0"/>
                </a:spcAft>
                <a:buFont typeface="Arial" panose="020B0604020202020204" pitchFamily="34" charset="0"/>
                <a:buChar char="•"/>
                <a:defRPr sz="1100" b="0" i="0" kern="1200">
                  <a:solidFill>
                    <a:schemeClr val="tx1"/>
                  </a:solidFill>
                  <a:latin typeface="Arial" panose="020B0604020202020204" pitchFamily="34" charset="0"/>
                  <a:ea typeface="+mn-ea"/>
                  <a:cs typeface="+mn-cs"/>
                </a:defRPr>
              </a:lvl3pPr>
              <a:lvl4pPr marL="361950" indent="-168275" algn="l" defTabSz="914377" rtl="0" eaLnBrk="1" latinLnBrk="0" hangingPunct="1">
                <a:lnSpc>
                  <a:spcPct val="90000"/>
                </a:lnSpc>
                <a:spcBef>
                  <a:spcPts val="0"/>
                </a:spcBef>
                <a:spcAft>
                  <a:spcPts val="0"/>
                </a:spcAft>
                <a:buFont typeface="Arial" panose="020B0604020202020204" pitchFamily="34" charset="0"/>
                <a:buChar char="–"/>
                <a:defRPr sz="1100" b="0" i="0" kern="1200">
                  <a:solidFill>
                    <a:schemeClr val="tx1"/>
                  </a:solidFill>
                  <a:latin typeface="Arial" panose="020B0604020202020204" pitchFamily="34" charset="0"/>
                  <a:ea typeface="+mn-ea"/>
                  <a:cs typeface="+mn-cs"/>
                </a:defRPr>
              </a:lvl4pPr>
              <a:lvl5pPr marL="542925" indent="-176213" algn="l" defTabSz="914377" rtl="0" eaLnBrk="1" latinLnBrk="0" hangingPunct="1">
                <a:lnSpc>
                  <a:spcPct val="90000"/>
                </a:lnSpc>
                <a:spcBef>
                  <a:spcPts val="0"/>
                </a:spcBef>
                <a:spcAft>
                  <a:spcPts val="0"/>
                </a:spcAft>
                <a:buFont typeface="Arial" panose="020B0604020202020204" pitchFamily="34" charset="0"/>
                <a:buChar char="•"/>
                <a:defRPr sz="1100" b="0" i="0" kern="1200">
                  <a:solidFill>
                    <a:schemeClr val="tx1"/>
                  </a:solidFill>
                  <a:latin typeface="Arial" panose="020B0604020202020204" pitchFamily="34" charset="0"/>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r>
                <a:rPr lang="en-AU" sz="1300" b="1"/>
                <a:t>Programme</a:t>
              </a:r>
            </a:p>
          </p:txBody>
        </p:sp>
        <p:pic>
          <p:nvPicPr>
            <p:cNvPr id="8" name="Picture 7">
              <a:extLst>
                <a:ext uri="{FF2B5EF4-FFF2-40B4-BE49-F238E27FC236}">
                  <a16:creationId xmlns:a16="http://schemas.microsoft.com/office/drawing/2014/main" id="{41C6334B-2680-B3C8-567E-9F5347C2290C}"/>
                </a:ext>
              </a:extLst>
            </p:cNvPr>
            <p:cNvPicPr>
              <a:picLocks noChangeAspect="1"/>
            </p:cNvPicPr>
            <p:nvPr/>
          </p:nvPicPr>
          <p:blipFill>
            <a:blip r:embed="rId4"/>
            <a:srcRect/>
            <a:stretch/>
          </p:blipFill>
          <p:spPr>
            <a:xfrm>
              <a:off x="1414984" y="911460"/>
              <a:ext cx="725497" cy="211686"/>
            </a:xfrm>
            <a:prstGeom prst="rect">
              <a:avLst/>
            </a:prstGeom>
          </p:spPr>
        </p:pic>
      </p:grpSp>
      <p:pic>
        <p:nvPicPr>
          <p:cNvPr id="9" name="Picture 8">
            <a:extLst>
              <a:ext uri="{FF2B5EF4-FFF2-40B4-BE49-F238E27FC236}">
                <a16:creationId xmlns:a16="http://schemas.microsoft.com/office/drawing/2014/main" id="{0E1AB591-12EA-E01B-697F-19E5D25FB430}"/>
              </a:ext>
            </a:extLst>
          </p:cNvPr>
          <p:cNvPicPr>
            <a:picLocks noChangeAspect="1"/>
          </p:cNvPicPr>
          <p:nvPr userDrawn="1"/>
        </p:nvPicPr>
        <p:blipFill>
          <a:blip r:embed="rId5"/>
          <a:srcRect/>
          <a:stretch/>
        </p:blipFill>
        <p:spPr>
          <a:xfrm>
            <a:off x="1836347" y="6160470"/>
            <a:ext cx="977873" cy="283984"/>
          </a:xfrm>
          <a:prstGeom prst="rect">
            <a:avLst/>
          </a:prstGeom>
        </p:spPr>
      </p:pic>
    </p:spTree>
    <p:extLst>
      <p:ext uri="{BB962C8B-B14F-4D97-AF65-F5344CB8AC3E}">
        <p14:creationId xmlns:p14="http://schemas.microsoft.com/office/powerpoint/2010/main" val="1121294424"/>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ver_white background">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0" y="1706217"/>
            <a:ext cx="8342313" cy="1828193"/>
          </a:xfrm>
          <a:prstGeom prst="rect">
            <a:avLst/>
          </a:prstGeom>
        </p:spPr>
        <p:txBody>
          <a:bodyPr lIns="0" tIns="0" rIns="0" bIns="0" anchor="b">
            <a:spAutoFit/>
          </a:bodyPr>
          <a:lstStyle>
            <a:lvl1pPr>
              <a:lnSpc>
                <a:spcPct val="90000"/>
              </a:lnSpc>
              <a:defRPr sz="6600" b="1" i="0">
                <a:latin typeface="Arial" panose="020B0604020202020204" pitchFamily="34" charset="0"/>
              </a:defRPr>
            </a:lvl1pPr>
          </a:lstStyle>
          <a:p>
            <a:pPr lvl="0"/>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3743325"/>
            <a:ext cx="5789612" cy="585738"/>
          </a:xfrm>
          <a:prstGeom prst="rect">
            <a:avLst/>
          </a:prstGeom>
        </p:spPr>
        <p:txBody>
          <a:bodyPr lIns="0" tIns="0" rIns="0" bIns="0">
            <a:spAutoFit/>
          </a:bodyPr>
          <a:lstStyle>
            <a:lvl1pPr>
              <a:lnSpc>
                <a:spcPct val="110000"/>
              </a:lnSpc>
              <a:defRPr sz="1800" b="0" i="0">
                <a:latin typeface="Arial" panose="020B0604020202020204" pitchFamily="34" charset="0"/>
              </a:defRPr>
            </a:lvl1pPr>
          </a:lstStyle>
          <a:p>
            <a:pPr lvl="0"/>
            <a:r>
              <a:rPr lang="en-AU"/>
              <a:t>Subtitle goes here in few lines, and it’s always good to keep it short.</a:t>
            </a:r>
          </a:p>
        </p:txBody>
      </p:sp>
      <p:sp>
        <p:nvSpPr>
          <p:cNvPr id="2" name="Rectangle 1">
            <a:extLst>
              <a:ext uri="{FF2B5EF4-FFF2-40B4-BE49-F238E27FC236}">
                <a16:creationId xmlns:a16="http://schemas.microsoft.com/office/drawing/2014/main" id="{E15D50CB-FD96-1665-F12D-D57583EAE148}"/>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4" name="Rectangle 3">
            <a:extLst>
              <a:ext uri="{FF2B5EF4-FFF2-40B4-BE49-F238E27FC236}">
                <a16:creationId xmlns:a16="http://schemas.microsoft.com/office/drawing/2014/main" id="{23CAC4DD-02DC-F33D-7EA4-5CD93281297B}"/>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664CA515-87D4-02B2-A382-6D2CCA90558F}"/>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47998F4D-C067-06A9-4461-C72B485BDD2F}"/>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D842A24C-D066-F17D-56C8-0502D035A8C0}"/>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573B65C3-8623-7882-A48B-E78A6468EB2E}"/>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B8E9A29F-481A-4B41-CF1D-FC064556A34D}"/>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TextBox 10">
            <a:extLst>
              <a:ext uri="{FF2B5EF4-FFF2-40B4-BE49-F238E27FC236}">
                <a16:creationId xmlns:a16="http://schemas.microsoft.com/office/drawing/2014/main" id="{96E786F4-DA2B-C51A-72D4-88A9605DE34E}"/>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2" name="Picture 11">
            <a:extLst>
              <a:ext uri="{FF2B5EF4-FFF2-40B4-BE49-F238E27FC236}">
                <a16:creationId xmlns:a16="http://schemas.microsoft.com/office/drawing/2014/main" id="{D317293D-1CAE-126B-1DF7-0A515B096E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5855" y="6147662"/>
            <a:ext cx="1154268" cy="308886"/>
          </a:xfrm>
          <a:prstGeom prst="rect">
            <a:avLst/>
          </a:prstGeom>
        </p:spPr>
      </p:pic>
      <p:pic>
        <p:nvPicPr>
          <p:cNvPr id="5" name="Picture 4">
            <a:extLst>
              <a:ext uri="{FF2B5EF4-FFF2-40B4-BE49-F238E27FC236}">
                <a16:creationId xmlns:a16="http://schemas.microsoft.com/office/drawing/2014/main" id="{2A48AF1B-A386-477E-E5D1-1EF11375C299}"/>
              </a:ext>
            </a:extLst>
          </p:cNvPr>
          <p:cNvPicPr>
            <a:picLocks noChangeAspect="1"/>
          </p:cNvPicPr>
          <p:nvPr userDrawn="1"/>
        </p:nvPicPr>
        <p:blipFill>
          <a:blip r:embed="rId3"/>
          <a:srcRect/>
          <a:stretch/>
        </p:blipFill>
        <p:spPr>
          <a:xfrm>
            <a:off x="1902424" y="6147661"/>
            <a:ext cx="1058628" cy="308887"/>
          </a:xfrm>
          <a:prstGeom prst="rect">
            <a:avLst/>
          </a:prstGeom>
        </p:spPr>
      </p:pic>
    </p:spTree>
    <p:extLst>
      <p:ext uri="{BB962C8B-B14F-4D97-AF65-F5344CB8AC3E}">
        <p14:creationId xmlns:p14="http://schemas.microsoft.com/office/powerpoint/2010/main" val="270623137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Cover_white background">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1" y="1526351"/>
            <a:ext cx="5789612" cy="1107996"/>
          </a:xfrm>
          <a:prstGeom prst="rect">
            <a:avLst/>
          </a:prstGeom>
        </p:spPr>
        <p:txBody>
          <a:bodyPr wrap="square" lIns="0" tIns="0" rIns="0" bIns="0" anchor="b">
            <a:spAutoFit/>
          </a:bodyPr>
          <a:lstStyle>
            <a:lvl1pPr>
              <a:lnSpc>
                <a:spcPct val="90000"/>
              </a:lnSpc>
              <a:defRPr sz="4000" b="1" i="0">
                <a:latin typeface="Arial" panose="020B0604020202020204" pitchFamily="34" charset="0"/>
              </a:defRPr>
            </a:lvl1pPr>
          </a:lstStyle>
          <a:p>
            <a:pPr lvl="0"/>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2843262"/>
            <a:ext cx="4567744" cy="585738"/>
          </a:xfrm>
          <a:prstGeom prst="rect">
            <a:avLst/>
          </a:prstGeom>
        </p:spPr>
        <p:txBody>
          <a:bodyPr wrap="square" lIns="0" tIns="0" rIns="0" bIns="0">
            <a:spAutoFit/>
          </a:bodyPr>
          <a:lstStyle>
            <a:lvl1pPr>
              <a:lnSpc>
                <a:spcPct val="110000"/>
              </a:lnSpc>
              <a:defRPr sz="1800" b="0" i="0">
                <a:latin typeface="Arial" panose="020B0604020202020204" pitchFamily="34" charset="0"/>
              </a:defRPr>
            </a:lvl1pPr>
          </a:lstStyle>
          <a:p>
            <a:pPr lvl="0"/>
            <a:r>
              <a:rPr lang="en-AU"/>
              <a:t>Subtitle goes here in few lines, and it’s always good to keep it short.</a:t>
            </a:r>
          </a:p>
        </p:txBody>
      </p:sp>
      <p:sp>
        <p:nvSpPr>
          <p:cNvPr id="6" name="Oval 5">
            <a:extLst>
              <a:ext uri="{FF2B5EF4-FFF2-40B4-BE49-F238E27FC236}">
                <a16:creationId xmlns:a16="http://schemas.microsoft.com/office/drawing/2014/main" id="{C044ECEB-CD0A-D6A0-3C16-9E31FA803BCD}"/>
              </a:ext>
            </a:extLst>
          </p:cNvPr>
          <p:cNvSpPr/>
          <p:nvPr userDrawn="1"/>
        </p:nvSpPr>
        <p:spPr>
          <a:xfrm>
            <a:off x="6708167" y="4623583"/>
            <a:ext cx="2648755" cy="2648755"/>
          </a:xfrm>
          <a:prstGeom prst="ellipse">
            <a:avLst/>
          </a:prstGeom>
          <a:solidFill>
            <a:srgbClr val="002144"/>
          </a:solidFill>
        </p:spPr>
        <p:txBody>
          <a:bodyPr wrap="square" lIns="0" tIns="0" rIns="0" bIns="0" rtlCol="0" anchor="ctr">
            <a:spAutoFit/>
          </a:bodyPr>
          <a:lstStyle/>
          <a:p>
            <a:pPr algn="ctr"/>
            <a:endParaRPr lang="en-US" sz="900">
              <a:latin typeface="Graphik Regular" charset="0"/>
              <a:ea typeface="Graphik Regular" charset="0"/>
              <a:cs typeface="Graphik Regular" charset="0"/>
            </a:endParaRPr>
          </a:p>
        </p:txBody>
      </p:sp>
      <p:pic>
        <p:nvPicPr>
          <p:cNvPr id="7" name="Picture Placeholder 10">
            <a:extLst>
              <a:ext uri="{FF2B5EF4-FFF2-40B4-BE49-F238E27FC236}">
                <a16:creationId xmlns:a16="http://schemas.microsoft.com/office/drawing/2014/main" id="{E64FFBD4-CB19-D23F-FFE6-69A56B14F9A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374468" y="229245"/>
            <a:ext cx="4392361" cy="4394338"/>
          </a:xfrm>
          <a:prstGeom prst="ellipse">
            <a:avLst/>
          </a:prstGeom>
        </p:spPr>
      </p:pic>
      <p:sp>
        <p:nvSpPr>
          <p:cNvPr id="2" name="Rectangle 1">
            <a:extLst>
              <a:ext uri="{FF2B5EF4-FFF2-40B4-BE49-F238E27FC236}">
                <a16:creationId xmlns:a16="http://schemas.microsoft.com/office/drawing/2014/main" id="{B00DB9E7-D8BF-7DF5-9FAC-AB8E9A42EFD7}"/>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3" name="Rectangle 2">
            <a:extLst>
              <a:ext uri="{FF2B5EF4-FFF2-40B4-BE49-F238E27FC236}">
                <a16:creationId xmlns:a16="http://schemas.microsoft.com/office/drawing/2014/main" id="{CD0BF8B6-AFC0-A8CB-8928-8B19D0E488D2}"/>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4" name="Rectangle 3">
            <a:extLst>
              <a:ext uri="{FF2B5EF4-FFF2-40B4-BE49-F238E27FC236}">
                <a16:creationId xmlns:a16="http://schemas.microsoft.com/office/drawing/2014/main" id="{515A21C7-408E-1CDC-971C-48E660D595C3}"/>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3122F737-F634-A881-1227-DB78C0D52951}"/>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08B5019D-5053-F3F4-E80B-2A02065CBBFE}"/>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E0751A47-D270-117E-035C-29F97A90CF7E}"/>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781B4419-3B7E-B335-16EE-31E682368812}"/>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438B6A4A-F0BF-28E6-870D-681A21B491D5}"/>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4" name="Picture 13">
            <a:extLst>
              <a:ext uri="{FF2B5EF4-FFF2-40B4-BE49-F238E27FC236}">
                <a16:creationId xmlns:a16="http://schemas.microsoft.com/office/drawing/2014/main" id="{39051BDA-942E-C82C-B10D-CB7113A35BA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45855" y="6147662"/>
            <a:ext cx="1154268" cy="308886"/>
          </a:xfrm>
          <a:prstGeom prst="rect">
            <a:avLst/>
          </a:prstGeom>
        </p:spPr>
      </p:pic>
      <p:pic>
        <p:nvPicPr>
          <p:cNvPr id="9" name="Picture 8">
            <a:extLst>
              <a:ext uri="{FF2B5EF4-FFF2-40B4-BE49-F238E27FC236}">
                <a16:creationId xmlns:a16="http://schemas.microsoft.com/office/drawing/2014/main" id="{998DEFFB-68EE-CCFB-DD04-D5B6D4F52280}"/>
              </a:ext>
            </a:extLst>
          </p:cNvPr>
          <p:cNvPicPr>
            <a:picLocks noChangeAspect="1"/>
          </p:cNvPicPr>
          <p:nvPr userDrawn="1"/>
        </p:nvPicPr>
        <p:blipFill>
          <a:blip r:embed="rId4"/>
          <a:srcRect/>
          <a:stretch/>
        </p:blipFill>
        <p:spPr>
          <a:xfrm>
            <a:off x="1902424" y="6147661"/>
            <a:ext cx="1058628" cy="308887"/>
          </a:xfrm>
          <a:prstGeom prst="rect">
            <a:avLst/>
          </a:prstGeom>
        </p:spPr>
      </p:pic>
    </p:spTree>
    <p:extLst>
      <p:ext uri="{BB962C8B-B14F-4D97-AF65-F5344CB8AC3E}">
        <p14:creationId xmlns:p14="http://schemas.microsoft.com/office/powerpoint/2010/main" val="23070299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32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ver_gradient background">
    <p:bg>
      <p:bgPr>
        <a:solidFill>
          <a:srgbClr val="002144"/>
        </a:solidFill>
        <a:effectLst/>
      </p:bgPr>
    </p:bg>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0" y="1706217"/>
            <a:ext cx="8342313" cy="1828193"/>
          </a:xfrm>
          <a:prstGeom prst="rect">
            <a:avLst/>
          </a:prstGeom>
        </p:spPr>
        <p:txBody>
          <a:bodyPr lIns="0" tIns="0" rIns="0" bIns="0" anchor="b">
            <a:spAutoFit/>
          </a:bodyPr>
          <a:lstStyle>
            <a:lvl1pPr>
              <a:lnSpc>
                <a:spcPct val="90000"/>
              </a:lnSpc>
              <a:defRPr sz="6600" b="1" i="0">
                <a:solidFill>
                  <a:schemeClr val="bg1"/>
                </a:solidFill>
                <a:latin typeface="Arial" panose="020B0604020202020204" pitchFamily="34" charset="0"/>
              </a:defRPr>
            </a:lvl1pPr>
          </a:lstStyle>
          <a:p>
            <a:pPr lvl="0"/>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3743325"/>
            <a:ext cx="5789612" cy="585738"/>
          </a:xfrm>
          <a:prstGeom prst="rect">
            <a:avLst/>
          </a:prstGeom>
        </p:spPr>
        <p:txBody>
          <a:bodyPr lIns="0" tIns="0" rIns="0" bIns="0">
            <a:spAutoFit/>
          </a:bodyPr>
          <a:lstStyle>
            <a:lvl1pPr>
              <a:lnSpc>
                <a:spcPct val="110000"/>
              </a:lnSpc>
              <a:defRPr sz="1800" b="0" i="0">
                <a:solidFill>
                  <a:schemeClr val="bg1"/>
                </a:solidFill>
                <a:latin typeface="Arial" panose="020B0604020202020204" pitchFamily="34" charset="0"/>
              </a:defRPr>
            </a:lvl1pPr>
          </a:lstStyle>
          <a:p>
            <a:pPr lvl="0"/>
            <a:r>
              <a:rPr lang="en-AU"/>
              <a:t>Subtitle goes here in few lines, and it’s always good to keep it short.</a:t>
            </a:r>
          </a:p>
        </p:txBody>
      </p:sp>
      <p:sp>
        <p:nvSpPr>
          <p:cNvPr id="2" name="GTS_Purple" descr="Accenture Greater Than symbol in purple">
            <a:extLst>
              <a:ext uri="{FF2B5EF4-FFF2-40B4-BE49-F238E27FC236}">
                <a16:creationId xmlns:a16="http://schemas.microsoft.com/office/drawing/2014/main" id="{50A3492F-9ADA-E125-4138-DC6E6CDDAEF6}"/>
              </a:ext>
            </a:extLst>
          </p:cNvPr>
          <p:cNvSpPr>
            <a:spLocks noChangeAspect="1"/>
          </p:cNvSpPr>
          <p:nvPr userDrawn="1"/>
        </p:nvSpPr>
        <p:spPr bwMode="auto">
          <a:xfrm>
            <a:off x="442912" y="6431338"/>
            <a:ext cx="144317" cy="158470"/>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rial" panose="020B0604020202020204" pitchFamily="34" charset="0"/>
            </a:endParaRPr>
          </a:p>
        </p:txBody>
      </p:sp>
      <p:sp>
        <p:nvSpPr>
          <p:cNvPr id="3" name="Rectangle 2">
            <a:extLst>
              <a:ext uri="{FF2B5EF4-FFF2-40B4-BE49-F238E27FC236}">
                <a16:creationId xmlns:a16="http://schemas.microsoft.com/office/drawing/2014/main" id="{1E8725DA-AC53-9940-3A6A-C5BA9A9FECAE}"/>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4" name="Rectangle 3">
            <a:extLst>
              <a:ext uri="{FF2B5EF4-FFF2-40B4-BE49-F238E27FC236}">
                <a16:creationId xmlns:a16="http://schemas.microsoft.com/office/drawing/2014/main" id="{323AB67F-5FC6-0CBD-F02B-9A42903ED4ED}"/>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D1EFFD94-6BE5-E2A1-BB08-28867CA9A49B}"/>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F9C0C306-F7AA-ECDC-B21E-1EC3E55E7E3E}"/>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CE9297E6-9051-6F45-7B59-0C310648BEF6}"/>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7820DA7F-53A7-852B-920C-A704C833B6F0}"/>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98757016-9403-A32A-9CDA-BCF076242362}"/>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TextBox 9">
            <a:extLst>
              <a:ext uri="{FF2B5EF4-FFF2-40B4-BE49-F238E27FC236}">
                <a16:creationId xmlns:a16="http://schemas.microsoft.com/office/drawing/2014/main" id="{8597827C-40FA-1619-3D34-9EFF7CDCADA6}"/>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3" name="Picture 2" descr="TPG Telecom logo in transparent PNG and vectorized SVG formats">
            <a:extLst>
              <a:ext uri="{FF2B5EF4-FFF2-40B4-BE49-F238E27FC236}">
                <a16:creationId xmlns:a16="http://schemas.microsoft.com/office/drawing/2014/main" id="{12519CB8-D3C2-B359-9E05-E49E483F4DA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23184" y="6118766"/>
            <a:ext cx="1158171" cy="3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79564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List of contents_coloured background">
    <p:bg>
      <p:bgPr>
        <a:solidFill>
          <a:schemeClr val="tx1"/>
        </a:solidFill>
        <a:effectLst/>
      </p:bgPr>
    </p:bg>
    <p:spTree>
      <p:nvGrpSpPr>
        <p:cNvPr id="1" name=""/>
        <p:cNvGrpSpPr/>
        <p:nvPr/>
      </p:nvGrpSpPr>
      <p:grpSpPr>
        <a:xfrm>
          <a:off x="0" y="0"/>
          <a:ext cx="0" cy="0"/>
          <a:chOff x="0" y="0"/>
          <a:chExt cx="0" cy="0"/>
        </a:xfrm>
      </p:grpSpPr>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638270"/>
            <a:ext cx="3905530" cy="3360920"/>
          </a:xfrm>
          <a:prstGeom prst="rect">
            <a:avLst/>
          </a:prstGeom>
        </p:spPr>
        <p:txBody>
          <a:bodyPr wrap="square" lIns="0" tIns="0" rIns="0" bIns="0">
            <a:spAutoFit/>
          </a:bodyPr>
          <a:lstStyle>
            <a:lvl1pPr>
              <a:lnSpc>
                <a:spcPct val="130000"/>
              </a:lnSpc>
              <a:defRPr sz="2800" b="1" i="0">
                <a:solidFill>
                  <a:schemeClr val="bg1"/>
                </a:solidFill>
                <a:latin typeface="Arial" panose="020B0604020202020204" pitchFamily="34" charset="0"/>
              </a:defRPr>
            </a:lvl1pPr>
          </a:lstStyle>
          <a:p>
            <a:pPr lvl="0"/>
            <a:r>
              <a:rPr lang="en-AU"/>
              <a:t>01 Introduction</a:t>
            </a:r>
          </a:p>
          <a:p>
            <a:pPr lvl="0"/>
            <a:r>
              <a:rPr lang="en-AU"/>
              <a:t>02 Brand spirit</a:t>
            </a:r>
          </a:p>
          <a:p>
            <a:pPr lvl="0"/>
            <a:r>
              <a:rPr lang="en-AU"/>
              <a:t>03 Values</a:t>
            </a:r>
          </a:p>
          <a:p>
            <a:pPr lvl="0"/>
            <a:r>
              <a:rPr lang="en-AU"/>
              <a:t>04 Lorem ipsum</a:t>
            </a:r>
          </a:p>
          <a:p>
            <a:pPr lvl="0"/>
            <a:r>
              <a:rPr lang="en-AU"/>
              <a:t>05 </a:t>
            </a:r>
            <a:r>
              <a:rPr lang="en-AU" err="1"/>
              <a:t>Dolor</a:t>
            </a:r>
            <a:r>
              <a:rPr lang="en-AU"/>
              <a:t> sit </a:t>
            </a:r>
            <a:r>
              <a:rPr lang="en-AU" err="1"/>
              <a:t>amet</a:t>
            </a:r>
            <a:endParaRPr lang="en-AU"/>
          </a:p>
          <a:p>
            <a:pPr lvl="0"/>
            <a:r>
              <a:rPr lang="en-AU"/>
              <a:t>06 Final part</a:t>
            </a:r>
          </a:p>
        </p:txBody>
      </p:sp>
      <p:sp>
        <p:nvSpPr>
          <p:cNvPr id="6" name="Slide Number Placeholder 4">
            <a:extLst>
              <a:ext uri="{FF2B5EF4-FFF2-40B4-BE49-F238E27FC236}">
                <a16:creationId xmlns:a16="http://schemas.microsoft.com/office/drawing/2014/main" id="{D6CBD24F-BE90-4C87-8DE4-7FC6081FDACB}"/>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2" name="Rectangle 1">
            <a:extLst>
              <a:ext uri="{FF2B5EF4-FFF2-40B4-BE49-F238E27FC236}">
                <a16:creationId xmlns:a16="http://schemas.microsoft.com/office/drawing/2014/main" id="{B945F118-05BC-BF72-7D20-F9210A5F9D4F}"/>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1F07E68A-69BF-289B-3824-E0F03E327C47}"/>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6D4CAA14-4440-733A-1385-4B21E04E4F85}"/>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BED1D8F5-B6E8-3127-98CD-E66070225869}"/>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DD42204E-247C-8866-B13B-2B7FB31FDC1F}"/>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F88C775F-EADD-DCB2-E8EC-6F69DA860615}"/>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EA698652-384D-8EC5-2E3F-1CA31E2F5BF8}"/>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D57AEA26-554E-41CD-EA9D-54F6D2A3B566}"/>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Tree>
    <p:extLst>
      <p:ext uri="{BB962C8B-B14F-4D97-AF65-F5344CB8AC3E}">
        <p14:creationId xmlns:p14="http://schemas.microsoft.com/office/powerpoint/2010/main" val="1182226827"/>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ection Divider_whi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B922AA-C805-03F0-053B-D141C4E0EA07}"/>
              </a:ext>
            </a:extLst>
          </p:cNvPr>
          <p:cNvSpPr/>
          <p:nvPr userDrawn="1"/>
        </p:nvSpPr>
        <p:spPr>
          <a:xfrm>
            <a:off x="0" y="2106040"/>
            <a:ext cx="12192000" cy="4751960"/>
          </a:xfrm>
          <a:prstGeom prst="rect">
            <a:avLst/>
          </a:prstGeom>
          <a:solidFill>
            <a:srgbClr val="0021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44501" y="3044061"/>
            <a:ext cx="8342313" cy="830997"/>
          </a:xfrm>
          <a:prstGeom prst="rect">
            <a:avLst/>
          </a:prstGeom>
        </p:spPr>
        <p:txBody>
          <a:bodyPr lIns="0" tIns="0" rIns="0" bIns="0" anchor="b">
            <a:spAutoFit/>
          </a:bodyPr>
          <a:lstStyle>
            <a:lvl1pPr>
              <a:lnSpc>
                <a:spcPct val="90000"/>
              </a:lnSpc>
              <a:defRPr sz="6000" b="1" i="0">
                <a:solidFill>
                  <a:schemeClr val="bg1"/>
                </a:solidFill>
                <a:latin typeface="Arial" panose="020B0604020202020204" pitchFamily="34" charset="0"/>
              </a:defRPr>
            </a:lvl1pPr>
          </a:lstStyle>
          <a:p>
            <a:pPr lvl="0"/>
            <a:r>
              <a:rPr lang="en-US"/>
              <a:t>Section Title</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42912" y="4135444"/>
            <a:ext cx="5826125" cy="1297213"/>
          </a:xfrm>
          <a:prstGeom prst="rect">
            <a:avLst/>
          </a:prstGeom>
        </p:spPr>
        <p:txBody>
          <a:bodyPr wrap="square" lIns="0" tIns="0" rIns="0" bIns="0">
            <a:noAutofit/>
          </a:bodyPr>
          <a:lstStyle>
            <a:lvl1pPr>
              <a:lnSpc>
                <a:spcPct val="110000"/>
              </a:lnSpc>
              <a:defRPr sz="1800" b="0" i="0">
                <a:solidFill>
                  <a:schemeClr val="bg1"/>
                </a:solidFill>
                <a:latin typeface="Arial" panose="020B0604020202020204" pitchFamily="34" charset="0"/>
              </a:defRPr>
            </a:lvl1pPr>
          </a:lstStyle>
          <a:p>
            <a:pPr lvl="0"/>
            <a:r>
              <a:rPr lang="en-AU"/>
              <a:t>Some text goes here.</a:t>
            </a:r>
          </a:p>
        </p:txBody>
      </p:sp>
      <p:sp>
        <p:nvSpPr>
          <p:cNvPr id="5" name="Text Placeholder 4">
            <a:extLst>
              <a:ext uri="{FF2B5EF4-FFF2-40B4-BE49-F238E27FC236}">
                <a16:creationId xmlns:a16="http://schemas.microsoft.com/office/drawing/2014/main" id="{88AD213A-BB5F-432A-BF8C-126E2EE222C2}"/>
              </a:ext>
            </a:extLst>
          </p:cNvPr>
          <p:cNvSpPr>
            <a:spLocks noGrp="1"/>
          </p:cNvSpPr>
          <p:nvPr>
            <p:ph type="body" sz="quarter" idx="14" hasCustomPrompt="1"/>
          </p:nvPr>
        </p:nvSpPr>
        <p:spPr>
          <a:xfrm>
            <a:off x="442912" y="535181"/>
            <a:ext cx="1474893" cy="1155700"/>
          </a:xfrm>
          <a:prstGeom prst="rect">
            <a:avLst/>
          </a:prstGeom>
        </p:spPr>
        <p:txBody>
          <a:bodyPr lIns="0" tIns="0" rIns="0" bIns="0" anchor="ctr"/>
          <a:lstStyle>
            <a:lvl1pPr algn="l">
              <a:defRPr sz="7200" b="1" i="0">
                <a:solidFill>
                  <a:schemeClr val="tx1"/>
                </a:solidFill>
                <a:latin typeface="Arial" panose="020B0604020202020204" pitchFamily="34" charset="0"/>
              </a:defRPr>
            </a:lvl1pPr>
          </a:lstStyle>
          <a:p>
            <a:pPr lvl="0"/>
            <a:r>
              <a:rPr lang="en-US"/>
              <a:t>#</a:t>
            </a:r>
          </a:p>
        </p:txBody>
      </p:sp>
      <p:sp>
        <p:nvSpPr>
          <p:cNvPr id="2" name="GTS_Purple" descr="Accenture Greater Than symbol in purple">
            <a:extLst>
              <a:ext uri="{FF2B5EF4-FFF2-40B4-BE49-F238E27FC236}">
                <a16:creationId xmlns:a16="http://schemas.microsoft.com/office/drawing/2014/main" id="{22FF7B72-B6B6-F038-470A-159C67223039}"/>
              </a:ext>
            </a:extLst>
          </p:cNvPr>
          <p:cNvSpPr>
            <a:spLocks noChangeAspect="1"/>
          </p:cNvSpPr>
          <p:nvPr userDrawn="1"/>
        </p:nvSpPr>
        <p:spPr bwMode="auto">
          <a:xfrm>
            <a:off x="442912" y="6431338"/>
            <a:ext cx="144317" cy="158470"/>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rial" panose="020B0604020202020204" pitchFamily="34" charset="0"/>
            </a:endParaRPr>
          </a:p>
        </p:txBody>
      </p:sp>
      <p:sp>
        <p:nvSpPr>
          <p:cNvPr id="4" name="Rectangle 3">
            <a:extLst>
              <a:ext uri="{FF2B5EF4-FFF2-40B4-BE49-F238E27FC236}">
                <a16:creationId xmlns:a16="http://schemas.microsoft.com/office/drawing/2014/main" id="{627FF123-0D2F-2B39-6D5F-21BD244E51F1}"/>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14F3698E-EC0E-3F01-6A43-B5BA528A153E}"/>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AED08004-2049-C37E-55D7-FE3D81217299}"/>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0E68B7CA-09DA-D050-919B-BF2479B74D3F}"/>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7EAB99EF-1094-9EF5-5FCB-93288AF923E4}"/>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9C73D45F-0741-408D-A5EF-9B676BFEE27A}"/>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Rectangle 12">
            <a:extLst>
              <a:ext uri="{FF2B5EF4-FFF2-40B4-BE49-F238E27FC236}">
                <a16:creationId xmlns:a16="http://schemas.microsoft.com/office/drawing/2014/main" id="{2DFD03AD-47BE-9AE1-6E87-6EF46F8574EF}"/>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4" name="TextBox 13">
            <a:extLst>
              <a:ext uri="{FF2B5EF4-FFF2-40B4-BE49-F238E27FC236}">
                <a16:creationId xmlns:a16="http://schemas.microsoft.com/office/drawing/2014/main" id="{ED4EB682-1BB1-7C96-D15B-72C6C8852FE0}"/>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5" name="Picture 2" descr="TPG Telecom logo in transparent PNG and vectorized SVG formats">
            <a:extLst>
              <a:ext uri="{FF2B5EF4-FFF2-40B4-BE49-F238E27FC236}">
                <a16:creationId xmlns:a16="http://schemas.microsoft.com/office/drawing/2014/main" id="{7780E6FF-19EC-0C3D-51CC-12AA18C913E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5170" y="6397517"/>
            <a:ext cx="719334" cy="192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797667"/>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mp; sub-title only">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8BD2172-4C2D-91C6-87DF-904A4077AB51}"/>
              </a:ext>
            </a:extLst>
          </p:cNvPr>
          <p:cNvGraphicFramePr>
            <a:graphicFrameLocks noChangeAspect="1"/>
          </p:cNvGraphicFramePr>
          <p:nvPr userDrawn="1">
            <p:custDataLst>
              <p:tags r:id="rId1"/>
            </p:custDataLst>
            <p:extLst>
              <p:ext uri="{D42A27DB-BD31-4B8C-83A1-F6EECF244321}">
                <p14:modId xmlns:p14="http://schemas.microsoft.com/office/powerpoint/2010/main" val="3174103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78BD2172-4C2D-91C6-87DF-904A4077AB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E1C28B-9EF2-4E83-9EA3-38316A10928A}"/>
              </a:ext>
            </a:extLst>
          </p:cNvPr>
          <p:cNvSpPr>
            <a:spLocks noGrp="1"/>
          </p:cNvSpPr>
          <p:nvPr>
            <p:ph type="title" hasCustomPrompt="1"/>
          </p:nvPr>
        </p:nvSpPr>
        <p:spPr>
          <a:xfrm>
            <a:off x="442913" y="236142"/>
            <a:ext cx="11294914" cy="215900"/>
          </a:xfrm>
        </p:spPr>
        <p:txBody>
          <a:bodyPr vert="horz" anchor="b">
            <a:normAutofit/>
          </a:bodyPr>
          <a:lstStyle>
            <a:lvl1pPr>
              <a:defRPr sz="1200" b="0" cap="all" baseline="0"/>
            </a:lvl1pPr>
          </a:lstStyle>
          <a:p>
            <a:r>
              <a:rPr lang="en-US"/>
              <a:t>ADD: SLIDE DESCRIPTION OR SECTION NAME</a:t>
            </a:r>
            <a:endParaRPr lang="en-AU"/>
          </a:p>
        </p:txBody>
      </p:sp>
      <p:sp>
        <p:nvSpPr>
          <p:cNvPr id="11" name="Text Placeholder 10">
            <a:extLst>
              <a:ext uri="{FF2B5EF4-FFF2-40B4-BE49-F238E27FC236}">
                <a16:creationId xmlns:a16="http://schemas.microsoft.com/office/drawing/2014/main" id="{F5FFC738-AEBD-D80C-93FA-A0BAA64FB0CE}"/>
              </a:ext>
            </a:extLst>
          </p:cNvPr>
          <p:cNvSpPr>
            <a:spLocks noGrp="1"/>
          </p:cNvSpPr>
          <p:nvPr>
            <p:ph type="body" sz="quarter" idx="18"/>
          </p:nvPr>
        </p:nvSpPr>
        <p:spPr>
          <a:xfrm>
            <a:off x="442913" y="1422515"/>
            <a:ext cx="11295542" cy="4847995"/>
          </a:xfrm>
        </p:spPr>
        <p:txBody>
          <a:bodyPr>
            <a:normAutofit/>
          </a:bodyPr>
          <a:lstStyle>
            <a:lvl1pPr>
              <a:spcBef>
                <a:spcPts val="300"/>
              </a:spcBef>
              <a:spcAft>
                <a:spcPts val="300"/>
              </a:spcAft>
              <a:defRPr sz="1400"/>
            </a:lvl1pPr>
            <a:lvl2pPr>
              <a:spcBef>
                <a:spcPts val="300"/>
              </a:spcBef>
              <a:spcAft>
                <a:spcPts val="300"/>
              </a:spcAft>
              <a:defRPr sz="1400"/>
            </a:lvl2pPr>
            <a:lvl3pPr>
              <a:spcBef>
                <a:spcPts val="300"/>
              </a:spcBef>
              <a:spcAft>
                <a:spcPts val="300"/>
              </a:spcAft>
              <a:defRPr sz="1400"/>
            </a:lvl3pPr>
            <a:lvl4pPr>
              <a:spcBef>
                <a:spcPts val="300"/>
              </a:spcBef>
              <a:spcAft>
                <a:spcPts val="300"/>
              </a:spcAft>
              <a:defRPr sz="1400"/>
            </a:lvl4pPr>
            <a:lvl5pPr>
              <a:spcBef>
                <a:spcPts val="300"/>
              </a:spcBef>
              <a:spcAft>
                <a:spcPts val="300"/>
              </a:spcAft>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3">
            <a:extLst>
              <a:ext uri="{FF2B5EF4-FFF2-40B4-BE49-F238E27FC236}">
                <a16:creationId xmlns:a16="http://schemas.microsoft.com/office/drawing/2014/main" id="{4ECE6D84-5952-9E7B-A70E-02406FF6EE8D}"/>
              </a:ext>
            </a:extLst>
          </p:cNvPr>
          <p:cNvSpPr>
            <a:spLocks noGrp="1"/>
          </p:cNvSpPr>
          <p:nvPr>
            <p:ph type="body" sz="quarter" idx="19" hasCustomPrompt="1"/>
          </p:nvPr>
        </p:nvSpPr>
        <p:spPr>
          <a:xfrm>
            <a:off x="442913" y="574675"/>
            <a:ext cx="11295542" cy="725207"/>
          </a:xfrm>
        </p:spPr>
        <p:txBody>
          <a:bodyPr>
            <a:normAutofit/>
          </a:bodyPr>
          <a:lstStyle>
            <a:lvl1pPr>
              <a:defRPr sz="2200"/>
            </a:lvl1pPr>
          </a:lstStyle>
          <a:p>
            <a:pPr lvl="0"/>
            <a:r>
              <a:rPr lang="en-GB"/>
              <a:t>ADD: Key message “so-what”/ insight that shows deeper understanding in crisp language, don’t explain what the slide is about, put that in descriptor. Max. 2 lines</a:t>
            </a:r>
            <a:endParaRPr lang="en-US"/>
          </a:p>
        </p:txBody>
      </p:sp>
      <p:sp>
        <p:nvSpPr>
          <p:cNvPr id="5" name="Slide Number Placeholder 4">
            <a:extLst>
              <a:ext uri="{FF2B5EF4-FFF2-40B4-BE49-F238E27FC236}">
                <a16:creationId xmlns:a16="http://schemas.microsoft.com/office/drawing/2014/main" id="{1510555C-0756-18CA-330D-A668A472E3FD}"/>
              </a:ext>
            </a:extLst>
          </p:cNvPr>
          <p:cNvSpPr>
            <a:spLocks noGrp="1"/>
          </p:cNvSpPr>
          <p:nvPr>
            <p:ph type="sldNum" sz="quarter" idx="22"/>
          </p:nvPr>
        </p:nvSpPr>
        <p:spPr/>
        <p:txBody>
          <a:bodyPr/>
          <a:lstStyle/>
          <a:p>
            <a:fld id="{EF2F7A32-C1EA-4F7E-B0A2-7FCB5BFE90DE}" type="slidenum">
              <a:rPr lang="en-AU" smtClean="0"/>
              <a:pPr/>
              <a:t>‹#›</a:t>
            </a:fld>
            <a:endParaRPr lang="en-AU"/>
          </a:p>
        </p:txBody>
      </p:sp>
      <p:sp>
        <p:nvSpPr>
          <p:cNvPr id="8" name="Footer Placeholder 2">
            <a:extLst>
              <a:ext uri="{FF2B5EF4-FFF2-40B4-BE49-F238E27FC236}">
                <a16:creationId xmlns:a16="http://schemas.microsoft.com/office/drawing/2014/main" id="{009146A2-2C50-2AE0-D514-630899CE6199}"/>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9" name="Text Placeholder 17">
            <a:extLst>
              <a:ext uri="{FF2B5EF4-FFF2-40B4-BE49-F238E27FC236}">
                <a16:creationId xmlns:a16="http://schemas.microsoft.com/office/drawing/2014/main" id="{E1CF67F3-BF4F-4B2D-D501-DA479C9D6077}"/>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25399626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rge title only _grey">
    <p:bg>
      <p:bgPr>
        <a:solidFill>
          <a:schemeClr val="accent5"/>
        </a:solidFill>
        <a:effectLst/>
      </p:bgPr>
    </p:bg>
    <p:spTree>
      <p:nvGrpSpPr>
        <p:cNvPr id="1" name=""/>
        <p:cNvGrpSpPr/>
        <p:nvPr/>
      </p:nvGrpSpPr>
      <p:grpSpPr>
        <a:xfrm>
          <a:off x="0" y="0"/>
          <a:ext cx="0" cy="0"/>
          <a:chOff x="0" y="0"/>
          <a:chExt cx="0" cy="0"/>
        </a:xfrm>
      </p:grpSpPr>
      <p:sp>
        <p:nvSpPr>
          <p:cNvPr id="7" name="Text Placeholder 234">
            <a:extLst>
              <a:ext uri="{FF2B5EF4-FFF2-40B4-BE49-F238E27FC236}">
                <a16:creationId xmlns:a16="http://schemas.microsoft.com/office/drawing/2014/main" id="{C8D99F69-EAE8-4F2F-A6CF-4659020FE712}"/>
              </a:ext>
            </a:extLst>
          </p:cNvPr>
          <p:cNvSpPr>
            <a:spLocks noGrp="1"/>
          </p:cNvSpPr>
          <p:nvPr>
            <p:ph type="body" sz="quarter" idx="15" hasCustomPrompt="1"/>
          </p:nvPr>
        </p:nvSpPr>
        <p:spPr>
          <a:xfrm>
            <a:off x="425170" y="725853"/>
            <a:ext cx="7067830" cy="609398"/>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p>
        </p:txBody>
      </p:sp>
      <p:sp>
        <p:nvSpPr>
          <p:cNvPr id="2" name="Text Placeholder 236">
            <a:extLst>
              <a:ext uri="{FF2B5EF4-FFF2-40B4-BE49-F238E27FC236}">
                <a16:creationId xmlns:a16="http://schemas.microsoft.com/office/drawing/2014/main" id="{052C499D-7931-36EE-4903-22A18C58D5C7}"/>
              </a:ext>
            </a:extLst>
          </p:cNvPr>
          <p:cNvSpPr>
            <a:spLocks noGrp="1"/>
          </p:cNvSpPr>
          <p:nvPr>
            <p:ph type="body" sz="quarter" idx="16" hasCustomPrompt="1"/>
          </p:nvPr>
        </p:nvSpPr>
        <p:spPr>
          <a:xfrm>
            <a:off x="5994401" y="2990998"/>
            <a:ext cx="5754687" cy="1743298"/>
          </a:xfrm>
          <a:prstGeom prst="rect">
            <a:avLst/>
          </a:prstGeom>
        </p:spPr>
        <p:txBody>
          <a:bodyPr wrap="square" lIns="0" tIns="0" rIns="0" bIns="0">
            <a:spAutoFit/>
          </a:bodyPr>
          <a:lstStyle>
            <a:lvl1pPr>
              <a:lnSpc>
                <a:spcPct val="110000"/>
              </a:lnSpc>
              <a:defRPr sz="1600" b="1" i="0">
                <a:latin typeface="Arial" panose="020B0604020202020204" pitchFamily="34" charset="0"/>
                <a:cs typeface="Arial" panose="020B0604020202020204" pitchFamily="34" charset="0"/>
              </a:defRPr>
            </a:lvl1pPr>
          </a:lstStyle>
          <a:p>
            <a:r>
              <a:rPr lang="en-AU" err="1"/>
              <a:t>Subheader</a:t>
            </a:r>
            <a:r>
              <a:rPr lang="en-AU"/>
              <a:t> goes here</a:t>
            </a:r>
          </a:p>
          <a:p>
            <a:endParaRPr lang="en-AU"/>
          </a:p>
          <a:p>
            <a:pPr lvl="8"/>
            <a:r>
              <a:rPr lang="en-AU"/>
              <a:t>Lorem ipsum </a:t>
            </a:r>
            <a:r>
              <a:rPr lang="en-AU" err="1"/>
              <a:t>dolor</a:t>
            </a:r>
            <a:r>
              <a:rPr lang="en-AU"/>
              <a:t> sit </a:t>
            </a:r>
            <a:r>
              <a:rPr lang="en-AU" err="1"/>
              <a:t>amet</a:t>
            </a:r>
            <a:r>
              <a:rPr lang="en-AU"/>
              <a:t>, </a:t>
            </a:r>
            <a:r>
              <a:rPr lang="en-AU" err="1"/>
              <a:t>consectetur</a:t>
            </a:r>
            <a:r>
              <a:rPr lang="en-AU"/>
              <a:t> </a:t>
            </a:r>
            <a:r>
              <a:rPr lang="en-AU" err="1"/>
              <a:t>adipiscing</a:t>
            </a:r>
            <a:r>
              <a:rPr lang="en-AU"/>
              <a:t> </a:t>
            </a:r>
            <a:r>
              <a:rPr lang="en-AU" err="1"/>
              <a:t>elit</a:t>
            </a:r>
            <a:r>
              <a:rPr lang="en-AU"/>
              <a:t>, sed do </a:t>
            </a:r>
            <a:r>
              <a:rPr lang="en-AU" err="1"/>
              <a:t>eiusmod</a:t>
            </a:r>
            <a:r>
              <a:rPr lang="en-AU"/>
              <a:t> </a:t>
            </a:r>
            <a:r>
              <a:rPr lang="en-AU" err="1"/>
              <a:t>tempor</a:t>
            </a:r>
            <a:r>
              <a:rPr lang="en-AU"/>
              <a:t> </a:t>
            </a:r>
            <a:r>
              <a:rPr lang="en-AU" err="1"/>
              <a:t>incididunt</a:t>
            </a:r>
            <a:r>
              <a:rPr lang="en-AU"/>
              <a:t> </a:t>
            </a:r>
            <a:r>
              <a:rPr lang="en-AU" err="1"/>
              <a:t>ut</a:t>
            </a:r>
            <a:r>
              <a:rPr lang="en-AU"/>
              <a:t> labore et dolore magna </a:t>
            </a:r>
            <a:r>
              <a:rPr lang="en-AU" err="1"/>
              <a:t>aliqua</a:t>
            </a:r>
            <a:r>
              <a:rPr lang="en-AU"/>
              <a:t>. Ut </a:t>
            </a:r>
            <a:r>
              <a:rPr lang="en-AU" err="1"/>
              <a:t>enim</a:t>
            </a:r>
            <a:r>
              <a:rPr lang="en-AU"/>
              <a:t> ad minim </a:t>
            </a:r>
            <a:r>
              <a:rPr lang="en-AU" err="1"/>
              <a:t>veniam</a:t>
            </a:r>
            <a:r>
              <a:rPr lang="en-AU"/>
              <a:t>, </a:t>
            </a:r>
            <a:r>
              <a:rPr lang="en-AU" err="1"/>
              <a:t>quis</a:t>
            </a:r>
            <a:r>
              <a:rPr lang="en-AU"/>
              <a:t> </a:t>
            </a:r>
            <a:r>
              <a:rPr lang="en-AU" err="1"/>
              <a:t>nostrud</a:t>
            </a:r>
            <a:r>
              <a:rPr lang="en-AU"/>
              <a:t> exercitation </a:t>
            </a:r>
            <a:r>
              <a:rPr lang="en-AU" err="1"/>
              <a:t>ullamco</a:t>
            </a:r>
            <a:r>
              <a:rPr lang="en-AU"/>
              <a:t> </a:t>
            </a:r>
            <a:r>
              <a:rPr lang="en-AU" err="1"/>
              <a:t>laboris</a:t>
            </a:r>
            <a:r>
              <a:rPr lang="en-AU"/>
              <a:t> nisi </a:t>
            </a:r>
            <a:r>
              <a:rPr lang="en-AU" err="1"/>
              <a:t>ut</a:t>
            </a:r>
            <a:r>
              <a:rPr lang="en-AU"/>
              <a:t> </a:t>
            </a:r>
            <a:r>
              <a:rPr lang="en-AU" err="1"/>
              <a:t>aliquip</a:t>
            </a:r>
            <a:r>
              <a:rPr lang="en-AU"/>
              <a:t> ex </a:t>
            </a:r>
            <a:r>
              <a:rPr lang="en-AU" err="1"/>
              <a:t>ea</a:t>
            </a:r>
            <a:r>
              <a:rPr lang="en-AU"/>
              <a:t> </a:t>
            </a:r>
            <a:r>
              <a:rPr lang="en-AU" err="1"/>
              <a:t>commodo</a:t>
            </a:r>
            <a:r>
              <a:rPr lang="en-AU"/>
              <a:t> </a:t>
            </a:r>
            <a:r>
              <a:rPr lang="en-AU" err="1"/>
              <a:t>consequat</a:t>
            </a:r>
            <a:r>
              <a:rPr lang="en-AU"/>
              <a:t>. Duis </a:t>
            </a:r>
            <a:r>
              <a:rPr lang="en-AU" err="1"/>
              <a:t>aute</a:t>
            </a:r>
            <a:r>
              <a:rPr lang="en-AU"/>
              <a:t> </a:t>
            </a:r>
            <a:r>
              <a:rPr lang="en-AU" err="1"/>
              <a:t>irure</a:t>
            </a:r>
            <a:r>
              <a:rPr lang="en-AU"/>
              <a:t> </a:t>
            </a:r>
            <a:r>
              <a:rPr lang="en-AU" err="1"/>
              <a:t>dolor</a:t>
            </a:r>
            <a:r>
              <a:rPr lang="en-AU"/>
              <a:t> in </a:t>
            </a:r>
            <a:r>
              <a:rPr lang="en-AU" err="1"/>
              <a:t>reprehenderit</a:t>
            </a:r>
            <a:r>
              <a:rPr lang="en-AU"/>
              <a:t> in </a:t>
            </a:r>
            <a:r>
              <a:rPr lang="en-AU" err="1"/>
              <a:t>voluptate</a:t>
            </a:r>
            <a:r>
              <a:rPr lang="en-AU"/>
              <a:t> </a:t>
            </a:r>
            <a:r>
              <a:rPr lang="en-AU" err="1"/>
              <a:t>velit</a:t>
            </a:r>
            <a:r>
              <a:rPr lang="en-AU"/>
              <a:t> </a:t>
            </a:r>
            <a:r>
              <a:rPr lang="en-AU" err="1"/>
              <a:t>esse</a:t>
            </a:r>
            <a:r>
              <a:rPr lang="en-AU"/>
              <a:t> </a:t>
            </a:r>
            <a:r>
              <a:rPr lang="en-AU" err="1"/>
              <a:t>cillum</a:t>
            </a:r>
            <a:r>
              <a:rPr lang="en-AU"/>
              <a:t> dolore </a:t>
            </a:r>
            <a:r>
              <a:rPr lang="en-AU" err="1"/>
              <a:t>eu</a:t>
            </a:r>
            <a:r>
              <a:rPr lang="en-AU"/>
              <a:t> </a:t>
            </a:r>
            <a:r>
              <a:rPr lang="en-AU" err="1"/>
              <a:t>fugiat</a:t>
            </a:r>
            <a:r>
              <a:rPr lang="en-AU"/>
              <a:t> nulla </a:t>
            </a:r>
            <a:r>
              <a:rPr lang="en-AU" err="1"/>
              <a:t>pariatur</a:t>
            </a:r>
            <a:r>
              <a:rPr lang="en-AU"/>
              <a:t>. </a:t>
            </a:r>
            <a:r>
              <a:rPr lang="en-AU" err="1"/>
              <a:t>Excepteur</a:t>
            </a:r>
            <a:r>
              <a:rPr lang="en-AU"/>
              <a:t> </a:t>
            </a:r>
            <a:r>
              <a:rPr lang="en-AU" err="1"/>
              <a:t>sint</a:t>
            </a:r>
            <a:r>
              <a:rPr lang="en-AU"/>
              <a:t> </a:t>
            </a:r>
            <a:r>
              <a:rPr lang="en-AU" err="1"/>
              <a:t>occaecat</a:t>
            </a:r>
            <a:r>
              <a:rPr lang="en-AU"/>
              <a:t> </a:t>
            </a:r>
            <a:r>
              <a:rPr lang="en-AU" err="1"/>
              <a:t>cupidatat</a:t>
            </a:r>
            <a:r>
              <a:rPr lang="en-AU"/>
              <a:t> non </a:t>
            </a:r>
            <a:r>
              <a:rPr lang="en-AU" err="1"/>
              <a:t>proident</a:t>
            </a:r>
            <a:r>
              <a:rPr lang="en-AU"/>
              <a:t>, sunt in culpa qui </a:t>
            </a:r>
            <a:r>
              <a:rPr lang="en-AU" err="1"/>
              <a:t>officia</a:t>
            </a:r>
            <a:r>
              <a:rPr lang="en-AU"/>
              <a:t> </a:t>
            </a:r>
            <a:r>
              <a:rPr lang="en-AU" err="1"/>
              <a:t>deserunt</a:t>
            </a:r>
            <a:r>
              <a:rPr lang="en-AU"/>
              <a:t> </a:t>
            </a:r>
            <a:r>
              <a:rPr lang="en-AU" err="1"/>
              <a:t>mollit</a:t>
            </a:r>
            <a:r>
              <a:rPr lang="en-AU"/>
              <a:t> </a:t>
            </a:r>
            <a:r>
              <a:rPr lang="en-AU" err="1"/>
              <a:t>anim</a:t>
            </a:r>
            <a:r>
              <a:rPr lang="en-AU"/>
              <a:t> id </a:t>
            </a:r>
            <a:r>
              <a:rPr lang="en-AU" err="1"/>
              <a:t>est</a:t>
            </a:r>
            <a:r>
              <a:rPr lang="en-AU"/>
              <a:t> </a:t>
            </a:r>
            <a:r>
              <a:rPr lang="en-AU" err="1"/>
              <a:t>laborum</a:t>
            </a:r>
            <a:r>
              <a:rPr lang="en-AU"/>
              <a:t>.</a:t>
            </a:r>
          </a:p>
        </p:txBody>
      </p:sp>
      <p:sp>
        <p:nvSpPr>
          <p:cNvPr id="9" name="Slide Number Placeholder 8">
            <a:extLst>
              <a:ext uri="{FF2B5EF4-FFF2-40B4-BE49-F238E27FC236}">
                <a16:creationId xmlns:a16="http://schemas.microsoft.com/office/drawing/2014/main" id="{76D1F7F8-8916-A576-8243-C7004BB3AF3C}"/>
              </a:ext>
            </a:extLst>
          </p:cNvPr>
          <p:cNvSpPr>
            <a:spLocks noGrp="1"/>
          </p:cNvSpPr>
          <p:nvPr>
            <p:ph type="sldNum" sz="quarter" idx="22"/>
          </p:nvPr>
        </p:nvSpPr>
        <p:spPr/>
        <p:txBody>
          <a:bodyPr/>
          <a:lstStyle/>
          <a:p>
            <a:fld id="{EF2F7A32-C1EA-4F7E-B0A2-7FCB5BFE90DE}" type="slidenum">
              <a:rPr lang="en-AU" smtClean="0"/>
              <a:pPr/>
              <a:t>‹#›</a:t>
            </a:fld>
            <a:endParaRPr lang="en-AU"/>
          </a:p>
        </p:txBody>
      </p:sp>
      <p:sp>
        <p:nvSpPr>
          <p:cNvPr id="4" name="Footer Placeholder 2">
            <a:extLst>
              <a:ext uri="{FF2B5EF4-FFF2-40B4-BE49-F238E27FC236}">
                <a16:creationId xmlns:a16="http://schemas.microsoft.com/office/drawing/2014/main" id="{6CD6E309-A868-F451-4DA1-A9E405AC6331}"/>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6" name="Text Placeholder 17">
            <a:extLst>
              <a:ext uri="{FF2B5EF4-FFF2-40B4-BE49-F238E27FC236}">
                <a16:creationId xmlns:a16="http://schemas.microsoft.com/office/drawing/2014/main" id="{BB02DFB3-58AB-5685-8B62-563F97725982}"/>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5" name="Picture 4">
            <a:extLst>
              <a:ext uri="{FF2B5EF4-FFF2-40B4-BE49-F238E27FC236}">
                <a16:creationId xmlns:a16="http://schemas.microsoft.com/office/drawing/2014/main" id="{915630A1-9B26-1C31-CB73-6CA63C46ADB9}"/>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21837802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rge title only">
    <p:spTree>
      <p:nvGrpSpPr>
        <p:cNvPr id="1" name=""/>
        <p:cNvGrpSpPr/>
        <p:nvPr/>
      </p:nvGrpSpPr>
      <p:grpSpPr>
        <a:xfrm>
          <a:off x="0" y="0"/>
          <a:ext cx="0" cy="0"/>
          <a:chOff x="0" y="0"/>
          <a:chExt cx="0" cy="0"/>
        </a:xfrm>
      </p:grpSpPr>
      <p:sp>
        <p:nvSpPr>
          <p:cNvPr id="8" name="Text Placeholder 234">
            <a:extLst>
              <a:ext uri="{FF2B5EF4-FFF2-40B4-BE49-F238E27FC236}">
                <a16:creationId xmlns:a16="http://schemas.microsoft.com/office/drawing/2014/main" id="{8963F246-8306-437C-A323-BD33529892B0}"/>
              </a:ext>
            </a:extLst>
          </p:cNvPr>
          <p:cNvSpPr>
            <a:spLocks noGrp="1"/>
          </p:cNvSpPr>
          <p:nvPr>
            <p:ph type="body" sz="quarter" idx="15" hasCustomPrompt="1"/>
          </p:nvPr>
        </p:nvSpPr>
        <p:spPr>
          <a:xfrm>
            <a:off x="425170" y="725853"/>
            <a:ext cx="7067830" cy="609398"/>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p>
        </p:txBody>
      </p:sp>
      <p:sp>
        <p:nvSpPr>
          <p:cNvPr id="2" name="Text Placeholder 236">
            <a:extLst>
              <a:ext uri="{FF2B5EF4-FFF2-40B4-BE49-F238E27FC236}">
                <a16:creationId xmlns:a16="http://schemas.microsoft.com/office/drawing/2014/main" id="{42DAF425-D04F-8A72-1693-768158DE5EC0}"/>
              </a:ext>
            </a:extLst>
          </p:cNvPr>
          <p:cNvSpPr>
            <a:spLocks noGrp="1"/>
          </p:cNvSpPr>
          <p:nvPr>
            <p:ph type="body" sz="quarter" idx="16" hasCustomPrompt="1"/>
          </p:nvPr>
        </p:nvSpPr>
        <p:spPr>
          <a:xfrm>
            <a:off x="442913" y="2947455"/>
            <a:ext cx="3824288" cy="2352695"/>
          </a:xfrm>
          <a:prstGeom prst="rect">
            <a:avLst/>
          </a:prstGeom>
        </p:spPr>
        <p:txBody>
          <a:bodyPr wrap="square" lIns="0" tIns="0" rIns="0" bIns="0">
            <a:spAutoFit/>
          </a:bodyPr>
          <a:lstStyle>
            <a:lvl1pPr>
              <a:lnSpc>
                <a:spcPct val="110000"/>
              </a:lnSpc>
              <a:defRPr sz="1600" b="1" i="0">
                <a:latin typeface="Arial" panose="020B0604020202020204" pitchFamily="34" charset="0"/>
                <a:cs typeface="Arial" panose="020B0604020202020204" pitchFamily="34" charset="0"/>
              </a:defRPr>
            </a:lvl1pPr>
          </a:lstStyle>
          <a:p>
            <a:r>
              <a:rPr lang="en-AU" err="1"/>
              <a:t>Subheader</a:t>
            </a:r>
            <a:r>
              <a:rPr lang="en-AU"/>
              <a:t> goes here</a:t>
            </a:r>
          </a:p>
          <a:p>
            <a:endParaRPr lang="en-AU"/>
          </a:p>
          <a:p>
            <a:pPr lvl="8"/>
            <a:r>
              <a:rPr lang="en-AU"/>
              <a:t>Lorem ipsum </a:t>
            </a:r>
            <a:r>
              <a:rPr lang="en-AU" err="1"/>
              <a:t>dolor</a:t>
            </a:r>
            <a:r>
              <a:rPr lang="en-AU"/>
              <a:t> sit </a:t>
            </a:r>
            <a:r>
              <a:rPr lang="en-AU" err="1"/>
              <a:t>amet</a:t>
            </a:r>
            <a:r>
              <a:rPr lang="en-AU"/>
              <a:t>, </a:t>
            </a:r>
            <a:r>
              <a:rPr lang="en-AU" err="1"/>
              <a:t>consectetur</a:t>
            </a:r>
            <a:r>
              <a:rPr lang="en-AU"/>
              <a:t> </a:t>
            </a:r>
            <a:r>
              <a:rPr lang="en-AU" err="1"/>
              <a:t>adipiscing</a:t>
            </a:r>
            <a:r>
              <a:rPr lang="en-AU"/>
              <a:t> </a:t>
            </a:r>
            <a:r>
              <a:rPr lang="en-AU" err="1"/>
              <a:t>elit</a:t>
            </a:r>
            <a:r>
              <a:rPr lang="en-AU"/>
              <a:t>, sed do </a:t>
            </a:r>
            <a:r>
              <a:rPr lang="en-AU" err="1"/>
              <a:t>eiusmod</a:t>
            </a:r>
            <a:r>
              <a:rPr lang="en-AU"/>
              <a:t> </a:t>
            </a:r>
            <a:r>
              <a:rPr lang="en-AU" err="1"/>
              <a:t>tempor</a:t>
            </a:r>
            <a:r>
              <a:rPr lang="en-AU"/>
              <a:t> </a:t>
            </a:r>
            <a:r>
              <a:rPr lang="en-AU" err="1"/>
              <a:t>incididunt</a:t>
            </a:r>
            <a:r>
              <a:rPr lang="en-AU"/>
              <a:t> </a:t>
            </a:r>
            <a:r>
              <a:rPr lang="en-AU" err="1"/>
              <a:t>ut</a:t>
            </a:r>
            <a:r>
              <a:rPr lang="en-AU"/>
              <a:t> labore et dolore magna </a:t>
            </a:r>
            <a:r>
              <a:rPr lang="en-AU" err="1"/>
              <a:t>aliqua</a:t>
            </a:r>
            <a:r>
              <a:rPr lang="en-AU"/>
              <a:t>. Ut </a:t>
            </a:r>
            <a:r>
              <a:rPr lang="en-AU" err="1"/>
              <a:t>enim</a:t>
            </a:r>
            <a:r>
              <a:rPr lang="en-AU"/>
              <a:t> ad minim </a:t>
            </a:r>
            <a:r>
              <a:rPr lang="en-AU" err="1"/>
              <a:t>veniam</a:t>
            </a:r>
            <a:r>
              <a:rPr lang="en-AU"/>
              <a:t>, </a:t>
            </a:r>
            <a:r>
              <a:rPr lang="en-AU" err="1"/>
              <a:t>quis</a:t>
            </a:r>
            <a:r>
              <a:rPr lang="en-AU"/>
              <a:t> </a:t>
            </a:r>
            <a:r>
              <a:rPr lang="en-AU" err="1"/>
              <a:t>nostrud</a:t>
            </a:r>
            <a:r>
              <a:rPr lang="en-AU"/>
              <a:t> exercitation </a:t>
            </a:r>
            <a:r>
              <a:rPr lang="en-AU" err="1"/>
              <a:t>ullamco</a:t>
            </a:r>
            <a:r>
              <a:rPr lang="en-AU"/>
              <a:t> </a:t>
            </a:r>
            <a:r>
              <a:rPr lang="en-AU" err="1"/>
              <a:t>laboris</a:t>
            </a:r>
            <a:r>
              <a:rPr lang="en-AU"/>
              <a:t> nisi </a:t>
            </a:r>
            <a:r>
              <a:rPr lang="en-AU" err="1"/>
              <a:t>ut</a:t>
            </a:r>
            <a:r>
              <a:rPr lang="en-AU"/>
              <a:t> </a:t>
            </a:r>
            <a:r>
              <a:rPr lang="en-AU" err="1"/>
              <a:t>aliquip</a:t>
            </a:r>
            <a:r>
              <a:rPr lang="en-AU"/>
              <a:t> ex </a:t>
            </a:r>
            <a:r>
              <a:rPr lang="en-AU" err="1"/>
              <a:t>ea</a:t>
            </a:r>
            <a:r>
              <a:rPr lang="en-AU"/>
              <a:t> </a:t>
            </a:r>
            <a:r>
              <a:rPr lang="en-AU" err="1"/>
              <a:t>commodo</a:t>
            </a:r>
            <a:r>
              <a:rPr lang="en-AU"/>
              <a:t> </a:t>
            </a:r>
            <a:r>
              <a:rPr lang="en-AU" err="1"/>
              <a:t>consequat</a:t>
            </a:r>
            <a:r>
              <a:rPr lang="en-AU"/>
              <a:t>. Duis </a:t>
            </a:r>
            <a:r>
              <a:rPr lang="en-AU" err="1"/>
              <a:t>aute</a:t>
            </a:r>
            <a:r>
              <a:rPr lang="en-AU"/>
              <a:t> </a:t>
            </a:r>
            <a:r>
              <a:rPr lang="en-AU" err="1"/>
              <a:t>irure</a:t>
            </a:r>
            <a:r>
              <a:rPr lang="en-AU"/>
              <a:t> </a:t>
            </a:r>
            <a:r>
              <a:rPr lang="en-AU" err="1"/>
              <a:t>dolor</a:t>
            </a:r>
            <a:r>
              <a:rPr lang="en-AU"/>
              <a:t> in </a:t>
            </a:r>
            <a:r>
              <a:rPr lang="en-AU" err="1"/>
              <a:t>reprehenderit</a:t>
            </a:r>
            <a:r>
              <a:rPr lang="en-AU"/>
              <a:t> in </a:t>
            </a:r>
            <a:r>
              <a:rPr lang="en-AU" err="1"/>
              <a:t>voluptate</a:t>
            </a:r>
            <a:r>
              <a:rPr lang="en-AU"/>
              <a:t> </a:t>
            </a:r>
            <a:r>
              <a:rPr lang="en-AU" err="1"/>
              <a:t>velit</a:t>
            </a:r>
            <a:r>
              <a:rPr lang="en-AU"/>
              <a:t> </a:t>
            </a:r>
            <a:r>
              <a:rPr lang="en-AU" err="1"/>
              <a:t>esse</a:t>
            </a:r>
            <a:r>
              <a:rPr lang="en-AU"/>
              <a:t> </a:t>
            </a:r>
            <a:r>
              <a:rPr lang="en-AU" err="1"/>
              <a:t>cillum</a:t>
            </a:r>
            <a:r>
              <a:rPr lang="en-AU"/>
              <a:t> dolore </a:t>
            </a:r>
            <a:r>
              <a:rPr lang="en-AU" err="1"/>
              <a:t>eu</a:t>
            </a:r>
            <a:r>
              <a:rPr lang="en-AU"/>
              <a:t> </a:t>
            </a:r>
            <a:r>
              <a:rPr lang="en-AU" err="1"/>
              <a:t>fugiat</a:t>
            </a:r>
            <a:r>
              <a:rPr lang="en-AU"/>
              <a:t> nulla </a:t>
            </a:r>
            <a:r>
              <a:rPr lang="en-AU" err="1"/>
              <a:t>pariatur</a:t>
            </a:r>
            <a:r>
              <a:rPr lang="en-AU"/>
              <a:t>. </a:t>
            </a:r>
            <a:r>
              <a:rPr lang="en-AU" err="1"/>
              <a:t>Excepteur</a:t>
            </a:r>
            <a:r>
              <a:rPr lang="en-AU"/>
              <a:t> </a:t>
            </a:r>
            <a:r>
              <a:rPr lang="en-AU" err="1"/>
              <a:t>sint</a:t>
            </a:r>
            <a:r>
              <a:rPr lang="en-AU"/>
              <a:t> </a:t>
            </a:r>
            <a:r>
              <a:rPr lang="en-AU" err="1"/>
              <a:t>occaecat</a:t>
            </a:r>
            <a:r>
              <a:rPr lang="en-AU"/>
              <a:t> </a:t>
            </a:r>
            <a:r>
              <a:rPr lang="en-AU" err="1"/>
              <a:t>cupidatat</a:t>
            </a:r>
            <a:r>
              <a:rPr lang="en-AU"/>
              <a:t> non </a:t>
            </a:r>
            <a:r>
              <a:rPr lang="en-AU" err="1"/>
              <a:t>proident</a:t>
            </a:r>
            <a:r>
              <a:rPr lang="en-AU"/>
              <a:t>, sunt in culpa qui </a:t>
            </a:r>
            <a:r>
              <a:rPr lang="en-AU" err="1"/>
              <a:t>officia</a:t>
            </a:r>
            <a:r>
              <a:rPr lang="en-AU"/>
              <a:t> </a:t>
            </a:r>
            <a:r>
              <a:rPr lang="en-AU" err="1"/>
              <a:t>deserunt</a:t>
            </a:r>
            <a:r>
              <a:rPr lang="en-AU"/>
              <a:t> </a:t>
            </a:r>
            <a:r>
              <a:rPr lang="en-AU" err="1"/>
              <a:t>mollit</a:t>
            </a:r>
            <a:r>
              <a:rPr lang="en-AU"/>
              <a:t> </a:t>
            </a:r>
            <a:r>
              <a:rPr lang="en-AU" err="1"/>
              <a:t>anim</a:t>
            </a:r>
            <a:r>
              <a:rPr lang="en-AU"/>
              <a:t> id </a:t>
            </a:r>
            <a:r>
              <a:rPr lang="en-AU" err="1"/>
              <a:t>est</a:t>
            </a:r>
            <a:r>
              <a:rPr lang="en-AU"/>
              <a:t> </a:t>
            </a:r>
            <a:r>
              <a:rPr lang="en-AU" err="1"/>
              <a:t>laborum</a:t>
            </a:r>
            <a:r>
              <a:rPr lang="en-AU"/>
              <a:t>.</a:t>
            </a:r>
          </a:p>
        </p:txBody>
      </p:sp>
      <p:sp>
        <p:nvSpPr>
          <p:cNvPr id="3" name="Text Placeholder 236">
            <a:extLst>
              <a:ext uri="{FF2B5EF4-FFF2-40B4-BE49-F238E27FC236}">
                <a16:creationId xmlns:a16="http://schemas.microsoft.com/office/drawing/2014/main" id="{286BB56D-01C3-A97A-5A77-8F7ECADBDA17}"/>
              </a:ext>
            </a:extLst>
          </p:cNvPr>
          <p:cNvSpPr>
            <a:spLocks noGrp="1"/>
          </p:cNvSpPr>
          <p:nvPr>
            <p:ph type="body" sz="quarter" idx="13" hasCustomPrompt="1"/>
          </p:nvPr>
        </p:nvSpPr>
        <p:spPr>
          <a:xfrm>
            <a:off x="442912" y="1539569"/>
            <a:ext cx="11215287" cy="374718"/>
          </a:xfrm>
          <a:prstGeom prst="rect">
            <a:avLst/>
          </a:prstGeom>
        </p:spPr>
        <p:txBody>
          <a:bodyPr wrap="square" lIns="0" tIns="0" rIns="0" bIns="0">
            <a:spAutoFit/>
          </a:bodyPr>
          <a:lstStyle>
            <a:lvl1pPr>
              <a:lnSpc>
                <a:spcPct val="110000"/>
              </a:lnSpc>
              <a:defRPr sz="2400" b="0" i="0">
                <a:latin typeface="Arial" panose="020B0604020202020204" pitchFamily="34" charset="0"/>
              </a:defRPr>
            </a:lvl1pPr>
          </a:lstStyle>
          <a:p>
            <a:pPr lvl="0"/>
            <a:r>
              <a:rPr lang="en-AU"/>
              <a:t>Subtitle here</a:t>
            </a:r>
          </a:p>
        </p:txBody>
      </p:sp>
      <p:sp>
        <p:nvSpPr>
          <p:cNvPr id="10" name="Slide Number Placeholder 9">
            <a:extLst>
              <a:ext uri="{FF2B5EF4-FFF2-40B4-BE49-F238E27FC236}">
                <a16:creationId xmlns:a16="http://schemas.microsoft.com/office/drawing/2014/main" id="{9CB903CA-8F6D-9928-01C8-A50E76BDC066}"/>
              </a:ext>
            </a:extLst>
          </p:cNvPr>
          <p:cNvSpPr>
            <a:spLocks noGrp="1"/>
          </p:cNvSpPr>
          <p:nvPr>
            <p:ph type="sldNum" sz="quarter" idx="19"/>
          </p:nvPr>
        </p:nvSpPr>
        <p:spPr/>
        <p:txBody>
          <a:bodyPr/>
          <a:lstStyle/>
          <a:p>
            <a:fld id="{EF2F7A32-C1EA-4F7E-B0A2-7FCB5BFE90DE}" type="slidenum">
              <a:rPr lang="en-AU" smtClean="0"/>
              <a:pPr/>
              <a:t>‹#›</a:t>
            </a:fld>
            <a:endParaRPr lang="en-AU"/>
          </a:p>
        </p:txBody>
      </p:sp>
      <p:sp>
        <p:nvSpPr>
          <p:cNvPr id="5" name="Footer Placeholder 2">
            <a:extLst>
              <a:ext uri="{FF2B5EF4-FFF2-40B4-BE49-F238E27FC236}">
                <a16:creationId xmlns:a16="http://schemas.microsoft.com/office/drawing/2014/main" id="{7163F491-5112-BD14-CD94-56EF04F24BDF}"/>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6" name="Text Placeholder 17">
            <a:extLst>
              <a:ext uri="{FF2B5EF4-FFF2-40B4-BE49-F238E27FC236}">
                <a16:creationId xmlns:a16="http://schemas.microsoft.com/office/drawing/2014/main" id="{DE0C481F-CC72-A5AD-3B59-D7E32624DF36}"/>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4" name="Picture 3">
            <a:extLst>
              <a:ext uri="{FF2B5EF4-FFF2-40B4-BE49-F238E27FC236}">
                <a16:creationId xmlns:a16="http://schemas.microsoft.com/office/drawing/2014/main" id="{AD810E2E-219E-590F-EACF-7EA92801F8AD}"/>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28962284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 Column_right">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0" y="1195753"/>
            <a:ext cx="3397529" cy="1828193"/>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in few lines.</a:t>
            </a:r>
          </a:p>
        </p:txBody>
      </p:sp>
      <p:sp>
        <p:nvSpPr>
          <p:cNvPr id="3" name="Text Placeholder 236">
            <a:extLst>
              <a:ext uri="{FF2B5EF4-FFF2-40B4-BE49-F238E27FC236}">
                <a16:creationId xmlns:a16="http://schemas.microsoft.com/office/drawing/2014/main" id="{712D4DE6-4C94-ADD3-A8B3-048E2E2BE5EC}"/>
              </a:ext>
            </a:extLst>
          </p:cNvPr>
          <p:cNvSpPr>
            <a:spLocks noGrp="1"/>
          </p:cNvSpPr>
          <p:nvPr>
            <p:ph type="body" sz="quarter" idx="16" hasCustomPrompt="1"/>
          </p:nvPr>
        </p:nvSpPr>
        <p:spPr>
          <a:xfrm>
            <a:off x="5213034" y="1195752"/>
            <a:ext cx="3858396" cy="2352695"/>
          </a:xfrm>
          <a:prstGeom prst="rect">
            <a:avLst/>
          </a:prstGeom>
        </p:spPr>
        <p:txBody>
          <a:bodyPr wrap="square" lIns="0" tIns="0" rIns="0" bIns="0">
            <a:spAutoFit/>
          </a:bodyPr>
          <a:lstStyle>
            <a:lvl1pPr>
              <a:lnSpc>
                <a:spcPct val="110000"/>
              </a:lnSpc>
              <a:defRPr sz="1600" b="1" i="0">
                <a:latin typeface="Arial" panose="020B0604020202020204" pitchFamily="34" charset="0"/>
                <a:cs typeface="Arial" panose="020B0604020202020204" pitchFamily="34" charset="0"/>
              </a:defRPr>
            </a:lvl1pPr>
          </a:lstStyle>
          <a:p>
            <a:r>
              <a:rPr lang="en-AU" err="1"/>
              <a:t>Subheader</a:t>
            </a:r>
            <a:r>
              <a:rPr lang="en-AU"/>
              <a:t> goes here</a:t>
            </a:r>
          </a:p>
          <a:p>
            <a:endParaRPr lang="en-AU"/>
          </a:p>
          <a:p>
            <a:pPr lvl="8"/>
            <a:r>
              <a:rPr lang="en-AU"/>
              <a:t>Lorem ipsum </a:t>
            </a:r>
            <a:r>
              <a:rPr lang="en-AU" err="1"/>
              <a:t>dolor</a:t>
            </a:r>
            <a:r>
              <a:rPr lang="en-AU"/>
              <a:t> sit </a:t>
            </a:r>
            <a:r>
              <a:rPr lang="en-AU" err="1"/>
              <a:t>amet</a:t>
            </a:r>
            <a:r>
              <a:rPr lang="en-AU"/>
              <a:t>, </a:t>
            </a:r>
            <a:r>
              <a:rPr lang="en-AU" err="1"/>
              <a:t>consectetur</a:t>
            </a:r>
            <a:r>
              <a:rPr lang="en-AU"/>
              <a:t> </a:t>
            </a:r>
            <a:r>
              <a:rPr lang="en-AU" err="1"/>
              <a:t>adipiscing</a:t>
            </a:r>
            <a:r>
              <a:rPr lang="en-AU"/>
              <a:t> </a:t>
            </a:r>
            <a:r>
              <a:rPr lang="en-AU" err="1"/>
              <a:t>elit</a:t>
            </a:r>
            <a:r>
              <a:rPr lang="en-AU"/>
              <a:t>, sed do </a:t>
            </a:r>
            <a:r>
              <a:rPr lang="en-AU" err="1"/>
              <a:t>eiusmod</a:t>
            </a:r>
            <a:r>
              <a:rPr lang="en-AU"/>
              <a:t> </a:t>
            </a:r>
            <a:r>
              <a:rPr lang="en-AU" err="1"/>
              <a:t>tempor</a:t>
            </a:r>
            <a:r>
              <a:rPr lang="en-AU"/>
              <a:t> </a:t>
            </a:r>
            <a:r>
              <a:rPr lang="en-AU" err="1"/>
              <a:t>incididunt</a:t>
            </a:r>
            <a:r>
              <a:rPr lang="en-AU"/>
              <a:t> </a:t>
            </a:r>
            <a:r>
              <a:rPr lang="en-AU" err="1"/>
              <a:t>ut</a:t>
            </a:r>
            <a:r>
              <a:rPr lang="en-AU"/>
              <a:t> labore et dolore magna </a:t>
            </a:r>
            <a:r>
              <a:rPr lang="en-AU" err="1"/>
              <a:t>aliqua</a:t>
            </a:r>
            <a:r>
              <a:rPr lang="en-AU"/>
              <a:t>. Ut </a:t>
            </a:r>
            <a:r>
              <a:rPr lang="en-AU" err="1"/>
              <a:t>enim</a:t>
            </a:r>
            <a:r>
              <a:rPr lang="en-AU"/>
              <a:t> ad minim </a:t>
            </a:r>
            <a:r>
              <a:rPr lang="en-AU" err="1"/>
              <a:t>veniam</a:t>
            </a:r>
            <a:r>
              <a:rPr lang="en-AU"/>
              <a:t>, </a:t>
            </a:r>
            <a:r>
              <a:rPr lang="en-AU" err="1"/>
              <a:t>quis</a:t>
            </a:r>
            <a:r>
              <a:rPr lang="en-AU"/>
              <a:t> </a:t>
            </a:r>
            <a:r>
              <a:rPr lang="en-AU" err="1"/>
              <a:t>nostrud</a:t>
            </a:r>
            <a:r>
              <a:rPr lang="en-AU"/>
              <a:t> exercitation </a:t>
            </a:r>
            <a:r>
              <a:rPr lang="en-AU" err="1"/>
              <a:t>ullamco</a:t>
            </a:r>
            <a:r>
              <a:rPr lang="en-AU"/>
              <a:t> </a:t>
            </a:r>
            <a:r>
              <a:rPr lang="en-AU" err="1"/>
              <a:t>laboris</a:t>
            </a:r>
            <a:r>
              <a:rPr lang="en-AU"/>
              <a:t> nisi </a:t>
            </a:r>
            <a:r>
              <a:rPr lang="en-AU" err="1"/>
              <a:t>ut</a:t>
            </a:r>
            <a:r>
              <a:rPr lang="en-AU"/>
              <a:t> </a:t>
            </a:r>
            <a:r>
              <a:rPr lang="en-AU" err="1"/>
              <a:t>aliquip</a:t>
            </a:r>
            <a:r>
              <a:rPr lang="en-AU"/>
              <a:t> ex </a:t>
            </a:r>
            <a:r>
              <a:rPr lang="en-AU" err="1"/>
              <a:t>ea</a:t>
            </a:r>
            <a:r>
              <a:rPr lang="en-AU"/>
              <a:t> </a:t>
            </a:r>
            <a:r>
              <a:rPr lang="en-AU" err="1"/>
              <a:t>commodo</a:t>
            </a:r>
            <a:r>
              <a:rPr lang="en-AU"/>
              <a:t> </a:t>
            </a:r>
            <a:r>
              <a:rPr lang="en-AU" err="1"/>
              <a:t>consequat</a:t>
            </a:r>
            <a:r>
              <a:rPr lang="en-AU"/>
              <a:t>. Duis </a:t>
            </a:r>
            <a:r>
              <a:rPr lang="en-AU" err="1"/>
              <a:t>aute</a:t>
            </a:r>
            <a:r>
              <a:rPr lang="en-AU"/>
              <a:t> </a:t>
            </a:r>
            <a:r>
              <a:rPr lang="en-AU" err="1"/>
              <a:t>irure</a:t>
            </a:r>
            <a:r>
              <a:rPr lang="en-AU"/>
              <a:t> </a:t>
            </a:r>
            <a:r>
              <a:rPr lang="en-AU" err="1"/>
              <a:t>dolor</a:t>
            </a:r>
            <a:r>
              <a:rPr lang="en-AU"/>
              <a:t> in </a:t>
            </a:r>
            <a:r>
              <a:rPr lang="en-AU" err="1"/>
              <a:t>reprehenderit</a:t>
            </a:r>
            <a:r>
              <a:rPr lang="en-AU"/>
              <a:t> in </a:t>
            </a:r>
            <a:r>
              <a:rPr lang="en-AU" err="1"/>
              <a:t>voluptate</a:t>
            </a:r>
            <a:r>
              <a:rPr lang="en-AU"/>
              <a:t> </a:t>
            </a:r>
            <a:r>
              <a:rPr lang="en-AU" err="1"/>
              <a:t>velit</a:t>
            </a:r>
            <a:r>
              <a:rPr lang="en-AU"/>
              <a:t> </a:t>
            </a:r>
            <a:r>
              <a:rPr lang="en-AU" err="1"/>
              <a:t>esse</a:t>
            </a:r>
            <a:r>
              <a:rPr lang="en-AU"/>
              <a:t> </a:t>
            </a:r>
            <a:r>
              <a:rPr lang="en-AU" err="1"/>
              <a:t>cillum</a:t>
            </a:r>
            <a:r>
              <a:rPr lang="en-AU"/>
              <a:t> dolore </a:t>
            </a:r>
            <a:r>
              <a:rPr lang="en-AU" err="1"/>
              <a:t>eu</a:t>
            </a:r>
            <a:r>
              <a:rPr lang="en-AU"/>
              <a:t> </a:t>
            </a:r>
            <a:r>
              <a:rPr lang="en-AU" err="1"/>
              <a:t>fugiat</a:t>
            </a:r>
            <a:r>
              <a:rPr lang="en-AU"/>
              <a:t> nulla </a:t>
            </a:r>
            <a:r>
              <a:rPr lang="en-AU" err="1"/>
              <a:t>pariatur</a:t>
            </a:r>
            <a:r>
              <a:rPr lang="en-AU"/>
              <a:t>. </a:t>
            </a:r>
            <a:r>
              <a:rPr lang="en-AU" err="1"/>
              <a:t>Excepteur</a:t>
            </a:r>
            <a:r>
              <a:rPr lang="en-AU"/>
              <a:t> </a:t>
            </a:r>
            <a:r>
              <a:rPr lang="en-AU" err="1"/>
              <a:t>sint</a:t>
            </a:r>
            <a:r>
              <a:rPr lang="en-AU"/>
              <a:t> </a:t>
            </a:r>
            <a:r>
              <a:rPr lang="en-AU" err="1"/>
              <a:t>occaecat</a:t>
            </a:r>
            <a:r>
              <a:rPr lang="en-AU"/>
              <a:t> </a:t>
            </a:r>
            <a:r>
              <a:rPr lang="en-AU" err="1"/>
              <a:t>cupidatat</a:t>
            </a:r>
            <a:r>
              <a:rPr lang="en-AU"/>
              <a:t> non </a:t>
            </a:r>
            <a:r>
              <a:rPr lang="en-AU" err="1"/>
              <a:t>proident</a:t>
            </a:r>
            <a:r>
              <a:rPr lang="en-AU"/>
              <a:t>, sunt in culpa qui </a:t>
            </a:r>
            <a:r>
              <a:rPr lang="en-AU" err="1"/>
              <a:t>officia</a:t>
            </a:r>
            <a:r>
              <a:rPr lang="en-AU"/>
              <a:t> </a:t>
            </a:r>
            <a:r>
              <a:rPr lang="en-AU" err="1"/>
              <a:t>deserunt</a:t>
            </a:r>
            <a:r>
              <a:rPr lang="en-AU"/>
              <a:t> </a:t>
            </a:r>
            <a:r>
              <a:rPr lang="en-AU" err="1"/>
              <a:t>mollit</a:t>
            </a:r>
            <a:r>
              <a:rPr lang="en-AU"/>
              <a:t> </a:t>
            </a:r>
            <a:r>
              <a:rPr lang="en-AU" err="1"/>
              <a:t>anim</a:t>
            </a:r>
            <a:r>
              <a:rPr lang="en-AU"/>
              <a:t> id </a:t>
            </a:r>
            <a:r>
              <a:rPr lang="en-AU" err="1"/>
              <a:t>est</a:t>
            </a:r>
            <a:r>
              <a:rPr lang="en-AU"/>
              <a:t> </a:t>
            </a:r>
            <a:r>
              <a:rPr lang="en-AU" err="1"/>
              <a:t>laborum</a:t>
            </a:r>
            <a:r>
              <a:rPr lang="en-AU"/>
              <a:t>.</a:t>
            </a:r>
          </a:p>
        </p:txBody>
      </p:sp>
      <p:sp>
        <p:nvSpPr>
          <p:cNvPr id="5" name="Slide Number Placeholder 4">
            <a:extLst>
              <a:ext uri="{FF2B5EF4-FFF2-40B4-BE49-F238E27FC236}">
                <a16:creationId xmlns:a16="http://schemas.microsoft.com/office/drawing/2014/main" id="{AA96B59A-070C-C65B-876C-4F8A7DD417BB}"/>
              </a:ext>
            </a:extLst>
          </p:cNvPr>
          <p:cNvSpPr>
            <a:spLocks noGrp="1"/>
          </p:cNvSpPr>
          <p:nvPr>
            <p:ph type="sldNum" sz="quarter" idx="19"/>
          </p:nvPr>
        </p:nvSpPr>
        <p:spPr/>
        <p:txBody>
          <a:bodyPr/>
          <a:lstStyle/>
          <a:p>
            <a:fld id="{EF2F7A32-C1EA-4F7E-B0A2-7FCB5BFE90DE}" type="slidenum">
              <a:rPr lang="en-AU" smtClean="0"/>
              <a:pPr/>
              <a:t>‹#›</a:t>
            </a:fld>
            <a:endParaRPr lang="en-AU"/>
          </a:p>
        </p:txBody>
      </p:sp>
      <p:sp>
        <p:nvSpPr>
          <p:cNvPr id="7" name="Footer Placeholder 2">
            <a:extLst>
              <a:ext uri="{FF2B5EF4-FFF2-40B4-BE49-F238E27FC236}">
                <a16:creationId xmlns:a16="http://schemas.microsoft.com/office/drawing/2014/main" id="{31D08AE5-E63C-9E69-21FE-71B26B44AFAF}"/>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8" name="Text Placeholder 17">
            <a:extLst>
              <a:ext uri="{FF2B5EF4-FFF2-40B4-BE49-F238E27FC236}">
                <a16:creationId xmlns:a16="http://schemas.microsoft.com/office/drawing/2014/main" id="{231863A9-115C-121C-F948-CBA8910B5F8C}"/>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2" name="Picture 1">
            <a:extLst>
              <a:ext uri="{FF2B5EF4-FFF2-40B4-BE49-F238E27FC236}">
                <a16:creationId xmlns:a16="http://schemas.microsoft.com/office/drawing/2014/main" id="{57A2250C-9400-4E65-4E02-F173A57B324F}"/>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25384893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0" y="296863"/>
            <a:ext cx="6972580" cy="1508288"/>
          </a:xfrm>
          <a:prstGeom prst="rect">
            <a:avLst/>
          </a:prstGeom>
        </p:spPr>
        <p:txBody>
          <a:bodyPr wrap="square" lIns="0" tIns="0" rIns="0" bIns="0" anchor="t">
            <a:noAutofit/>
          </a:bodyPr>
          <a:lstStyle>
            <a:lvl1pPr>
              <a:lnSpc>
                <a:spcPct val="90000"/>
              </a:lnSpc>
              <a:defRPr sz="4400" b="1" i="0">
                <a:latin typeface="Arial" panose="020B0604020202020204" pitchFamily="34" charset="0"/>
              </a:defRPr>
            </a:lvl1pPr>
          </a:lstStyle>
          <a:p>
            <a:pPr lvl="0"/>
            <a:r>
              <a:rPr lang="en-US"/>
              <a:t>Title goes here</a:t>
            </a:r>
          </a:p>
        </p:txBody>
      </p:sp>
      <p:sp>
        <p:nvSpPr>
          <p:cNvPr id="12" name="Text Placeholder 41">
            <a:extLst>
              <a:ext uri="{FF2B5EF4-FFF2-40B4-BE49-F238E27FC236}">
                <a16:creationId xmlns:a16="http://schemas.microsoft.com/office/drawing/2014/main" id="{B46C82F8-415D-4579-98D7-7DB62DA7C231}"/>
              </a:ext>
            </a:extLst>
          </p:cNvPr>
          <p:cNvSpPr>
            <a:spLocks noGrp="1"/>
          </p:cNvSpPr>
          <p:nvPr>
            <p:ph type="body" sz="quarter" idx="16" hasCustomPrompt="1"/>
          </p:nvPr>
        </p:nvSpPr>
        <p:spPr>
          <a:xfrm>
            <a:off x="42517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8" name="Text Placeholder 41">
            <a:extLst>
              <a:ext uri="{FF2B5EF4-FFF2-40B4-BE49-F238E27FC236}">
                <a16:creationId xmlns:a16="http://schemas.microsoft.com/office/drawing/2014/main" id="{15897A3E-69DA-4472-BFC4-CAF67273D594}"/>
              </a:ext>
            </a:extLst>
          </p:cNvPr>
          <p:cNvSpPr>
            <a:spLocks noGrp="1"/>
          </p:cNvSpPr>
          <p:nvPr>
            <p:ph type="body" sz="quarter" idx="17" hasCustomPrompt="1"/>
          </p:nvPr>
        </p:nvSpPr>
        <p:spPr>
          <a:xfrm>
            <a:off x="372463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9" name="Text Placeholder 41">
            <a:extLst>
              <a:ext uri="{FF2B5EF4-FFF2-40B4-BE49-F238E27FC236}">
                <a16:creationId xmlns:a16="http://schemas.microsoft.com/office/drawing/2014/main" id="{DA4638FA-D9D1-4F58-A527-11F80A7B38CC}"/>
              </a:ext>
            </a:extLst>
          </p:cNvPr>
          <p:cNvSpPr>
            <a:spLocks noGrp="1"/>
          </p:cNvSpPr>
          <p:nvPr>
            <p:ph type="body" sz="quarter" idx="18" hasCustomPrompt="1"/>
          </p:nvPr>
        </p:nvSpPr>
        <p:spPr>
          <a:xfrm>
            <a:off x="702409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p:txBody>
      </p:sp>
      <p:sp>
        <p:nvSpPr>
          <p:cNvPr id="2" name="Text Placeholder 41">
            <a:extLst>
              <a:ext uri="{FF2B5EF4-FFF2-40B4-BE49-F238E27FC236}">
                <a16:creationId xmlns:a16="http://schemas.microsoft.com/office/drawing/2014/main" id="{A8E37BF3-8B35-BCA9-090A-FD9801330D62}"/>
              </a:ext>
            </a:extLst>
          </p:cNvPr>
          <p:cNvSpPr>
            <a:spLocks noGrp="1"/>
          </p:cNvSpPr>
          <p:nvPr>
            <p:ph type="body" sz="quarter" idx="19" hasCustomPrompt="1"/>
          </p:nvPr>
        </p:nvSpPr>
        <p:spPr>
          <a:xfrm>
            <a:off x="425170" y="2808515"/>
            <a:ext cx="2727007"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3" name="Text Placeholder 41">
            <a:extLst>
              <a:ext uri="{FF2B5EF4-FFF2-40B4-BE49-F238E27FC236}">
                <a16:creationId xmlns:a16="http://schemas.microsoft.com/office/drawing/2014/main" id="{46F3751F-7D2D-97E6-17FB-A7C6A5AD67F6}"/>
              </a:ext>
            </a:extLst>
          </p:cNvPr>
          <p:cNvSpPr>
            <a:spLocks noGrp="1"/>
          </p:cNvSpPr>
          <p:nvPr>
            <p:ph type="body" sz="quarter" idx="20" hasCustomPrompt="1"/>
          </p:nvPr>
        </p:nvSpPr>
        <p:spPr>
          <a:xfrm>
            <a:off x="3724630" y="2808515"/>
            <a:ext cx="2727007"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4" name="Text Placeholder 41">
            <a:extLst>
              <a:ext uri="{FF2B5EF4-FFF2-40B4-BE49-F238E27FC236}">
                <a16:creationId xmlns:a16="http://schemas.microsoft.com/office/drawing/2014/main" id="{D6E8377E-2C7D-E85E-8705-9D228D88AD2B}"/>
              </a:ext>
            </a:extLst>
          </p:cNvPr>
          <p:cNvSpPr>
            <a:spLocks noGrp="1"/>
          </p:cNvSpPr>
          <p:nvPr>
            <p:ph type="body" sz="quarter" idx="21" hasCustomPrompt="1"/>
          </p:nvPr>
        </p:nvSpPr>
        <p:spPr>
          <a:xfrm>
            <a:off x="7024090" y="2808514"/>
            <a:ext cx="2727007" cy="268515"/>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endParaRPr lang="en-GB"/>
          </a:p>
        </p:txBody>
      </p:sp>
      <p:sp>
        <p:nvSpPr>
          <p:cNvPr id="7" name="Slide Number Placeholder 6">
            <a:extLst>
              <a:ext uri="{FF2B5EF4-FFF2-40B4-BE49-F238E27FC236}">
                <a16:creationId xmlns:a16="http://schemas.microsoft.com/office/drawing/2014/main" id="{BEDCA926-520E-C5E5-88F6-70A9FF148407}"/>
              </a:ext>
            </a:extLst>
          </p:cNvPr>
          <p:cNvSpPr>
            <a:spLocks noGrp="1"/>
          </p:cNvSpPr>
          <p:nvPr>
            <p:ph type="sldNum" sz="quarter" idx="24"/>
          </p:nvPr>
        </p:nvSpPr>
        <p:spPr/>
        <p:txBody>
          <a:bodyPr/>
          <a:lstStyle/>
          <a:p>
            <a:fld id="{EF2F7A32-C1EA-4F7E-B0A2-7FCB5BFE90DE}" type="slidenum">
              <a:rPr lang="en-AU" smtClean="0"/>
              <a:pPr/>
              <a:t>‹#›</a:t>
            </a:fld>
            <a:endParaRPr lang="en-AU"/>
          </a:p>
        </p:txBody>
      </p:sp>
      <p:sp>
        <p:nvSpPr>
          <p:cNvPr id="10" name="Footer Placeholder 2">
            <a:extLst>
              <a:ext uri="{FF2B5EF4-FFF2-40B4-BE49-F238E27FC236}">
                <a16:creationId xmlns:a16="http://schemas.microsoft.com/office/drawing/2014/main" id="{00FA0DC6-B19D-D017-1179-FAC9178CA524}"/>
              </a:ext>
            </a:extLst>
          </p:cNvPr>
          <p:cNvSpPr>
            <a:spLocks noGrp="1"/>
          </p:cNvSpPr>
          <p:nvPr>
            <p:ph type="ftr" sz="quarter" idx="25"/>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11" name="Text Placeholder 17">
            <a:extLst>
              <a:ext uri="{FF2B5EF4-FFF2-40B4-BE49-F238E27FC236}">
                <a16:creationId xmlns:a16="http://schemas.microsoft.com/office/drawing/2014/main" id="{49725EE3-76FE-CC81-E717-83B199906A66}"/>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5" name="Picture 4">
            <a:extLst>
              <a:ext uri="{FF2B5EF4-FFF2-40B4-BE49-F238E27FC236}">
                <a16:creationId xmlns:a16="http://schemas.microsoft.com/office/drawing/2014/main" id="{4C724EE6-22D9-BA9D-F69F-9E173F04BE30}"/>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29761024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column_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1C28B-9EF2-4E83-9EA3-38316A10928A}"/>
              </a:ext>
            </a:extLst>
          </p:cNvPr>
          <p:cNvSpPr>
            <a:spLocks noGrp="1"/>
          </p:cNvSpPr>
          <p:nvPr>
            <p:ph type="title" hasCustomPrompt="1"/>
          </p:nvPr>
        </p:nvSpPr>
        <p:spPr>
          <a:xfrm>
            <a:off x="442914" y="416796"/>
            <a:ext cx="8445500" cy="799569"/>
          </a:xfrm>
        </p:spPr>
        <p:txBody>
          <a:bodyPr anchor="t"/>
          <a:lstStyle>
            <a:lvl1pPr>
              <a:defRPr/>
            </a:lvl1pPr>
          </a:lstStyle>
          <a:p>
            <a:r>
              <a:rPr lang="en-US"/>
              <a:t>Title goes here</a:t>
            </a:r>
            <a:endParaRPr lang="en-AU"/>
          </a:p>
        </p:txBody>
      </p:sp>
      <p:sp>
        <p:nvSpPr>
          <p:cNvPr id="3" name="Text Placeholder 41">
            <a:extLst>
              <a:ext uri="{FF2B5EF4-FFF2-40B4-BE49-F238E27FC236}">
                <a16:creationId xmlns:a16="http://schemas.microsoft.com/office/drawing/2014/main" id="{9C9CE944-A523-0AF3-B31A-B0CBC243C996}"/>
              </a:ext>
            </a:extLst>
          </p:cNvPr>
          <p:cNvSpPr>
            <a:spLocks noGrp="1"/>
          </p:cNvSpPr>
          <p:nvPr>
            <p:ph type="body" sz="quarter" idx="16" hasCustomPrompt="1"/>
          </p:nvPr>
        </p:nvSpPr>
        <p:spPr>
          <a:xfrm>
            <a:off x="42517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4" name="Text Placeholder 41">
            <a:extLst>
              <a:ext uri="{FF2B5EF4-FFF2-40B4-BE49-F238E27FC236}">
                <a16:creationId xmlns:a16="http://schemas.microsoft.com/office/drawing/2014/main" id="{F9AD6E6E-17C5-938B-77C7-017A18D92E56}"/>
              </a:ext>
            </a:extLst>
          </p:cNvPr>
          <p:cNvSpPr>
            <a:spLocks noGrp="1"/>
          </p:cNvSpPr>
          <p:nvPr>
            <p:ph type="body" sz="quarter" idx="17" hasCustomPrompt="1"/>
          </p:nvPr>
        </p:nvSpPr>
        <p:spPr>
          <a:xfrm>
            <a:off x="372463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5" name="Text Placeholder 41">
            <a:extLst>
              <a:ext uri="{FF2B5EF4-FFF2-40B4-BE49-F238E27FC236}">
                <a16:creationId xmlns:a16="http://schemas.microsoft.com/office/drawing/2014/main" id="{7349EA80-F476-966B-0CFF-60612F69B3A1}"/>
              </a:ext>
            </a:extLst>
          </p:cNvPr>
          <p:cNvSpPr>
            <a:spLocks noGrp="1"/>
          </p:cNvSpPr>
          <p:nvPr>
            <p:ph type="body" sz="quarter" idx="18" hasCustomPrompt="1"/>
          </p:nvPr>
        </p:nvSpPr>
        <p:spPr>
          <a:xfrm>
            <a:off x="702409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p:txBody>
      </p:sp>
      <p:sp>
        <p:nvSpPr>
          <p:cNvPr id="6" name="Text Placeholder 41">
            <a:extLst>
              <a:ext uri="{FF2B5EF4-FFF2-40B4-BE49-F238E27FC236}">
                <a16:creationId xmlns:a16="http://schemas.microsoft.com/office/drawing/2014/main" id="{1EC314CD-5707-0B54-E18A-51381AA4698A}"/>
              </a:ext>
            </a:extLst>
          </p:cNvPr>
          <p:cNvSpPr>
            <a:spLocks noGrp="1"/>
          </p:cNvSpPr>
          <p:nvPr>
            <p:ph type="body" sz="quarter" idx="19" hasCustomPrompt="1"/>
          </p:nvPr>
        </p:nvSpPr>
        <p:spPr>
          <a:xfrm>
            <a:off x="425170" y="2808515"/>
            <a:ext cx="2727007"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7" name="Text Placeholder 41">
            <a:extLst>
              <a:ext uri="{FF2B5EF4-FFF2-40B4-BE49-F238E27FC236}">
                <a16:creationId xmlns:a16="http://schemas.microsoft.com/office/drawing/2014/main" id="{8A4EDAAA-CB58-538B-A4E3-D5B8171DE9B4}"/>
              </a:ext>
            </a:extLst>
          </p:cNvPr>
          <p:cNvSpPr>
            <a:spLocks noGrp="1"/>
          </p:cNvSpPr>
          <p:nvPr>
            <p:ph type="body" sz="quarter" idx="20" hasCustomPrompt="1"/>
          </p:nvPr>
        </p:nvSpPr>
        <p:spPr>
          <a:xfrm>
            <a:off x="3724630" y="2808515"/>
            <a:ext cx="2727007"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11" name="Text Placeholder 41">
            <a:extLst>
              <a:ext uri="{FF2B5EF4-FFF2-40B4-BE49-F238E27FC236}">
                <a16:creationId xmlns:a16="http://schemas.microsoft.com/office/drawing/2014/main" id="{9EAB4622-288E-FDD5-69D9-CC6A627F6DC8}"/>
              </a:ext>
            </a:extLst>
          </p:cNvPr>
          <p:cNvSpPr>
            <a:spLocks noGrp="1"/>
          </p:cNvSpPr>
          <p:nvPr>
            <p:ph type="body" sz="quarter" idx="21" hasCustomPrompt="1"/>
          </p:nvPr>
        </p:nvSpPr>
        <p:spPr>
          <a:xfrm>
            <a:off x="7024090" y="2808514"/>
            <a:ext cx="2727007" cy="268515"/>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endParaRPr lang="en-GB"/>
          </a:p>
        </p:txBody>
      </p:sp>
      <p:sp>
        <p:nvSpPr>
          <p:cNvPr id="13" name="Slide Number Placeholder 12">
            <a:extLst>
              <a:ext uri="{FF2B5EF4-FFF2-40B4-BE49-F238E27FC236}">
                <a16:creationId xmlns:a16="http://schemas.microsoft.com/office/drawing/2014/main" id="{9D62BC3D-2042-F759-8856-5CC5D0256F95}"/>
              </a:ext>
            </a:extLst>
          </p:cNvPr>
          <p:cNvSpPr>
            <a:spLocks noGrp="1"/>
          </p:cNvSpPr>
          <p:nvPr>
            <p:ph type="sldNum" sz="quarter" idx="24"/>
          </p:nvPr>
        </p:nvSpPr>
        <p:spPr/>
        <p:txBody>
          <a:bodyPr/>
          <a:lstStyle/>
          <a:p>
            <a:fld id="{EF2F7A32-C1EA-4F7E-B0A2-7FCB5BFE90DE}" type="slidenum">
              <a:rPr lang="en-AU" smtClean="0"/>
              <a:pPr/>
              <a:t>‹#›</a:t>
            </a:fld>
            <a:endParaRPr lang="en-AU"/>
          </a:p>
        </p:txBody>
      </p:sp>
      <p:sp>
        <p:nvSpPr>
          <p:cNvPr id="9" name="Footer Placeholder 2">
            <a:extLst>
              <a:ext uri="{FF2B5EF4-FFF2-40B4-BE49-F238E27FC236}">
                <a16:creationId xmlns:a16="http://schemas.microsoft.com/office/drawing/2014/main" id="{4742E8AC-2245-4DAE-B1E4-A7C37E284CC8}"/>
              </a:ext>
            </a:extLst>
          </p:cNvPr>
          <p:cNvSpPr>
            <a:spLocks noGrp="1"/>
          </p:cNvSpPr>
          <p:nvPr>
            <p:ph type="ftr" sz="quarter" idx="25"/>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10" name="Text Placeholder 17">
            <a:extLst>
              <a:ext uri="{FF2B5EF4-FFF2-40B4-BE49-F238E27FC236}">
                <a16:creationId xmlns:a16="http://schemas.microsoft.com/office/drawing/2014/main" id="{809B3D5F-3CCE-E2B2-3D13-2A518C72B6AA}"/>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8" name="Picture 7">
            <a:extLst>
              <a:ext uri="{FF2B5EF4-FFF2-40B4-BE49-F238E27FC236}">
                <a16:creationId xmlns:a16="http://schemas.microsoft.com/office/drawing/2014/main" id="{46FF38BA-1247-89CA-957C-648EA9945E0A}"/>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25157172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halves_0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9C2BB8-EACF-49BB-8D2E-C426DB2D02DA}"/>
              </a:ext>
            </a:extLst>
          </p:cNvPr>
          <p:cNvSpPr/>
          <p:nvPr userDrawn="1"/>
        </p:nvSpPr>
        <p:spPr>
          <a:xfrm>
            <a:off x="6056157" y="0"/>
            <a:ext cx="613584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1474787" y="668703"/>
            <a:ext cx="9242426" cy="1218795"/>
          </a:xfrm>
          <a:prstGeom prst="rect">
            <a:avLst/>
          </a:prstGeom>
        </p:spPr>
        <p:txBody>
          <a:bodyPr wrap="square" lIns="0" tIns="0" rIns="0" bIns="0">
            <a:spAutoFit/>
          </a:bodyPr>
          <a:lstStyle>
            <a:lvl1pPr algn="ctr">
              <a:lnSpc>
                <a:spcPct val="90000"/>
              </a:lnSpc>
              <a:defRPr sz="4400" b="1" i="0">
                <a:latin typeface="Arial" panose="020B0604020202020204" pitchFamily="34" charset="0"/>
              </a:defRPr>
            </a:lvl1pPr>
          </a:lstStyle>
          <a:p>
            <a:pPr lvl="0"/>
            <a:r>
              <a:rPr lang="en-US"/>
              <a:t>Title goes here </a:t>
            </a:r>
            <a:br>
              <a:rPr lang="en-US"/>
            </a:br>
            <a:r>
              <a:rPr lang="en-US"/>
              <a:t>in few lines.</a:t>
            </a:r>
          </a:p>
        </p:txBody>
      </p:sp>
      <p:sp>
        <p:nvSpPr>
          <p:cNvPr id="2" name="Text Placeholder 41">
            <a:extLst>
              <a:ext uri="{FF2B5EF4-FFF2-40B4-BE49-F238E27FC236}">
                <a16:creationId xmlns:a16="http://schemas.microsoft.com/office/drawing/2014/main" id="{80EB8902-A0E3-4034-C5B9-C01E6525382A}"/>
              </a:ext>
            </a:extLst>
          </p:cNvPr>
          <p:cNvSpPr>
            <a:spLocks noGrp="1"/>
          </p:cNvSpPr>
          <p:nvPr>
            <p:ph type="body" sz="quarter" idx="16" hasCustomPrompt="1"/>
          </p:nvPr>
        </p:nvSpPr>
        <p:spPr>
          <a:xfrm>
            <a:off x="888247" y="3403599"/>
            <a:ext cx="4508998"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4" name="Text Placeholder 41">
            <a:extLst>
              <a:ext uri="{FF2B5EF4-FFF2-40B4-BE49-F238E27FC236}">
                <a16:creationId xmlns:a16="http://schemas.microsoft.com/office/drawing/2014/main" id="{2250CADF-1419-F31D-C134-F2FC4BE4AC28}"/>
              </a:ext>
            </a:extLst>
          </p:cNvPr>
          <p:cNvSpPr>
            <a:spLocks noGrp="1"/>
          </p:cNvSpPr>
          <p:nvPr>
            <p:ph type="body" sz="quarter" idx="18" hasCustomPrompt="1"/>
          </p:nvPr>
        </p:nvSpPr>
        <p:spPr>
          <a:xfrm>
            <a:off x="6794755" y="3403599"/>
            <a:ext cx="4508998"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p:txBody>
      </p:sp>
      <p:sp>
        <p:nvSpPr>
          <p:cNvPr id="5" name="Text Placeholder 41">
            <a:extLst>
              <a:ext uri="{FF2B5EF4-FFF2-40B4-BE49-F238E27FC236}">
                <a16:creationId xmlns:a16="http://schemas.microsoft.com/office/drawing/2014/main" id="{B7D41885-966E-5AC3-B0BC-C2B706450531}"/>
              </a:ext>
            </a:extLst>
          </p:cNvPr>
          <p:cNvSpPr>
            <a:spLocks noGrp="1"/>
          </p:cNvSpPr>
          <p:nvPr>
            <p:ph type="body" sz="quarter" idx="19" hasCustomPrompt="1"/>
          </p:nvPr>
        </p:nvSpPr>
        <p:spPr>
          <a:xfrm>
            <a:off x="888247" y="2808514"/>
            <a:ext cx="4508998"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7" name="Text Placeholder 41">
            <a:extLst>
              <a:ext uri="{FF2B5EF4-FFF2-40B4-BE49-F238E27FC236}">
                <a16:creationId xmlns:a16="http://schemas.microsoft.com/office/drawing/2014/main" id="{BE5249A7-81A2-7E77-62BE-F5387BADA9EA}"/>
              </a:ext>
            </a:extLst>
          </p:cNvPr>
          <p:cNvSpPr>
            <a:spLocks noGrp="1"/>
          </p:cNvSpPr>
          <p:nvPr>
            <p:ph type="body" sz="quarter" idx="21" hasCustomPrompt="1"/>
          </p:nvPr>
        </p:nvSpPr>
        <p:spPr>
          <a:xfrm>
            <a:off x="6794755" y="2808513"/>
            <a:ext cx="4508998" cy="268515"/>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endParaRPr lang="en-GB"/>
          </a:p>
        </p:txBody>
      </p:sp>
      <p:sp>
        <p:nvSpPr>
          <p:cNvPr id="9" name="Slide Number Placeholder 8">
            <a:extLst>
              <a:ext uri="{FF2B5EF4-FFF2-40B4-BE49-F238E27FC236}">
                <a16:creationId xmlns:a16="http://schemas.microsoft.com/office/drawing/2014/main" id="{E7D0CFC5-C495-6A04-5C01-99854CEFA665}"/>
              </a:ext>
            </a:extLst>
          </p:cNvPr>
          <p:cNvSpPr>
            <a:spLocks noGrp="1"/>
          </p:cNvSpPr>
          <p:nvPr>
            <p:ph type="sldNum" sz="quarter" idx="23"/>
          </p:nvPr>
        </p:nvSpPr>
        <p:spPr/>
        <p:txBody>
          <a:bodyPr/>
          <a:lstStyle/>
          <a:p>
            <a:fld id="{EF2F7A32-C1EA-4F7E-B0A2-7FCB5BFE90DE}" type="slidenum">
              <a:rPr lang="en-AU" smtClean="0"/>
              <a:pPr/>
              <a:t>‹#›</a:t>
            </a:fld>
            <a:endParaRPr lang="en-AU"/>
          </a:p>
        </p:txBody>
      </p:sp>
      <p:sp>
        <p:nvSpPr>
          <p:cNvPr id="11" name="Footer Placeholder 2">
            <a:extLst>
              <a:ext uri="{FF2B5EF4-FFF2-40B4-BE49-F238E27FC236}">
                <a16:creationId xmlns:a16="http://schemas.microsoft.com/office/drawing/2014/main" id="{53BA68FD-ED13-5427-07C0-88BC7C135DC6}"/>
              </a:ext>
            </a:extLst>
          </p:cNvPr>
          <p:cNvSpPr>
            <a:spLocks noGrp="1"/>
          </p:cNvSpPr>
          <p:nvPr>
            <p:ph type="ftr" sz="quarter" idx="24"/>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12" name="Text Placeholder 17">
            <a:extLst>
              <a:ext uri="{FF2B5EF4-FFF2-40B4-BE49-F238E27FC236}">
                <a16:creationId xmlns:a16="http://schemas.microsoft.com/office/drawing/2014/main" id="{74C2D1D0-3F08-16B0-E26C-61EA415783B9}"/>
              </a:ext>
            </a:extLst>
          </p:cNvPr>
          <p:cNvSpPr>
            <a:spLocks noGrp="1"/>
          </p:cNvSpPr>
          <p:nvPr>
            <p:ph type="body" sz="quarter" idx="25"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3" name="Picture 2">
            <a:extLst>
              <a:ext uri="{FF2B5EF4-FFF2-40B4-BE49-F238E27FC236}">
                <a16:creationId xmlns:a16="http://schemas.microsoft.com/office/drawing/2014/main" id="{A54CB638-FD97-AE38-14EC-D402AF5D3FF3}"/>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15191501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tatement slide 02">
    <p:bg>
      <p:bgPr>
        <a:solidFill>
          <a:schemeClr val="tx1"/>
        </a:solidFill>
        <a:effectLst/>
      </p:bgPr>
    </p:bg>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2400828" y="3013501"/>
            <a:ext cx="7391400" cy="830997"/>
          </a:xfrm>
          <a:prstGeom prst="rect">
            <a:avLst/>
          </a:prstGeom>
        </p:spPr>
        <p:txBody>
          <a:bodyPr wrap="square" lIns="0" tIns="0" rIns="0" bIns="0" anchor="ctr">
            <a:spAutoFit/>
          </a:bodyPr>
          <a:lstStyle>
            <a:lvl1pPr algn="ctr">
              <a:lnSpc>
                <a:spcPct val="90000"/>
              </a:lnSpc>
              <a:defRPr sz="6000" b="1" i="0">
                <a:solidFill>
                  <a:schemeClr val="bg1"/>
                </a:solidFill>
                <a:latin typeface="Arial" panose="020B0604020202020204" pitchFamily="34" charset="0"/>
              </a:defRPr>
            </a:lvl1pPr>
          </a:lstStyle>
          <a:p>
            <a:pPr lvl="0"/>
            <a:r>
              <a:rPr lang="en-AU"/>
              <a:t>Statement here</a:t>
            </a:r>
          </a:p>
        </p:txBody>
      </p:sp>
      <p:sp>
        <p:nvSpPr>
          <p:cNvPr id="2" name="Slide Number Placeholder 4">
            <a:extLst>
              <a:ext uri="{FF2B5EF4-FFF2-40B4-BE49-F238E27FC236}">
                <a16:creationId xmlns:a16="http://schemas.microsoft.com/office/drawing/2014/main" id="{5AE3CDA2-2412-424E-EB5D-807B8297C023}"/>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5" name="Rectangle 4">
            <a:extLst>
              <a:ext uri="{FF2B5EF4-FFF2-40B4-BE49-F238E27FC236}">
                <a16:creationId xmlns:a16="http://schemas.microsoft.com/office/drawing/2014/main" id="{E195C82F-8391-45CA-796E-9C62809C45D9}"/>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41E22723-3CA5-0120-A19A-D1704A470896}"/>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FAC9D0D6-8246-112D-61AC-AE8523237617}"/>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A63D4AFD-3F4C-E496-59D9-409B8A3DC615}"/>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B8CF02CB-BDAA-F04E-A21A-8C23D17AFB70}"/>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F0C646F0-C695-82C9-8C7A-892686E89085}"/>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A07D49C5-AA9D-91E2-CF83-B273FA169A69}"/>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C17C82E7-6E9D-DF00-207A-42A90A1F42E2}"/>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4" name="Picture 2" descr="TPG Telecom logo in transparent PNG and vectorized SVG formats">
            <a:extLst>
              <a:ext uri="{FF2B5EF4-FFF2-40B4-BE49-F238E27FC236}">
                <a16:creationId xmlns:a16="http://schemas.microsoft.com/office/drawing/2014/main" id="{6BD835F6-746C-1D75-6A79-80D8CACB30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5170" y="6397517"/>
            <a:ext cx="719334" cy="192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45554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le slide 0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F7055E9-8404-42FC-A1A5-9B014C717E7B}"/>
              </a:ext>
            </a:extLst>
          </p:cNvPr>
          <p:cNvSpPr/>
          <p:nvPr userDrawn="1"/>
        </p:nvSpPr>
        <p:spPr>
          <a:xfrm>
            <a:off x="6094943" y="0"/>
            <a:ext cx="3047998"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14" name="Rectangle 13">
            <a:extLst>
              <a:ext uri="{FF2B5EF4-FFF2-40B4-BE49-F238E27FC236}">
                <a16:creationId xmlns:a16="http://schemas.microsoft.com/office/drawing/2014/main" id="{24A9F13D-35D6-4879-BA50-7F74B3257597}"/>
              </a:ext>
            </a:extLst>
          </p:cNvPr>
          <p:cNvSpPr/>
          <p:nvPr userDrawn="1"/>
        </p:nvSpPr>
        <p:spPr>
          <a:xfrm>
            <a:off x="0" y="0"/>
            <a:ext cx="6095999"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19" name="Picture Placeholder 6">
            <a:extLst>
              <a:ext uri="{FF2B5EF4-FFF2-40B4-BE49-F238E27FC236}">
                <a16:creationId xmlns:a16="http://schemas.microsoft.com/office/drawing/2014/main" id="{D3471893-9E34-4B9F-BDD6-09E95B5D7FA1}"/>
              </a:ext>
            </a:extLst>
          </p:cNvPr>
          <p:cNvSpPr>
            <a:spLocks noGrp="1"/>
          </p:cNvSpPr>
          <p:nvPr>
            <p:ph type="pic" sz="quarter" idx="23" hasCustomPrompt="1"/>
          </p:nvPr>
        </p:nvSpPr>
        <p:spPr>
          <a:xfrm>
            <a:off x="9142940" y="0"/>
            <a:ext cx="3049060" cy="3429000"/>
          </a:xfrm>
          <a:prstGeom prst="rect">
            <a:avLst/>
          </a:prstGeom>
          <a:solidFill>
            <a:schemeClr val="accent5"/>
          </a:solidFill>
        </p:spPr>
        <p:txBody>
          <a:bodyPr lIns="108000" tIns="108000" rIns="0"/>
          <a:lstStyle>
            <a:lvl1pPr>
              <a:defRPr/>
            </a:lvl1pPr>
          </a:lstStyle>
          <a:p>
            <a:r>
              <a:rPr lang="en-AU"/>
              <a:t>Insert picture here</a:t>
            </a:r>
          </a:p>
        </p:txBody>
      </p:sp>
      <p:sp>
        <p:nvSpPr>
          <p:cNvPr id="8" name="Rectangle 7">
            <a:extLst>
              <a:ext uri="{FF2B5EF4-FFF2-40B4-BE49-F238E27FC236}">
                <a16:creationId xmlns:a16="http://schemas.microsoft.com/office/drawing/2014/main" id="{0242F225-2828-4D1B-9136-21D1BCC6A2D7}"/>
              </a:ext>
            </a:extLst>
          </p:cNvPr>
          <p:cNvSpPr/>
          <p:nvPr userDrawn="1"/>
        </p:nvSpPr>
        <p:spPr>
          <a:xfrm>
            <a:off x="3048000" y="3429000"/>
            <a:ext cx="3047998"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7" name="Picture Placeholder 6">
            <a:extLst>
              <a:ext uri="{FF2B5EF4-FFF2-40B4-BE49-F238E27FC236}">
                <a16:creationId xmlns:a16="http://schemas.microsoft.com/office/drawing/2014/main" id="{566B3302-79C9-47DD-926E-80E1C84AEE88}"/>
              </a:ext>
            </a:extLst>
          </p:cNvPr>
          <p:cNvSpPr>
            <a:spLocks noGrp="1"/>
          </p:cNvSpPr>
          <p:nvPr>
            <p:ph type="pic" sz="quarter" idx="12" hasCustomPrompt="1"/>
          </p:nvPr>
        </p:nvSpPr>
        <p:spPr>
          <a:xfrm>
            <a:off x="6096000" y="3429000"/>
            <a:ext cx="3046941" cy="3429000"/>
          </a:xfrm>
          <a:prstGeom prst="rect">
            <a:avLst/>
          </a:prstGeom>
          <a:solidFill>
            <a:schemeClr val="accent5"/>
          </a:solidFill>
        </p:spPr>
        <p:txBody>
          <a:bodyPr lIns="108000" tIns="108000" rIns="0"/>
          <a:lstStyle>
            <a:lvl1pPr>
              <a:defRPr/>
            </a:lvl1pPr>
          </a:lstStyle>
          <a:p>
            <a:r>
              <a:rPr lang="en-AU"/>
              <a:t>Insert picture here</a:t>
            </a:r>
          </a:p>
        </p:txBody>
      </p:sp>
      <p:sp>
        <p:nvSpPr>
          <p:cNvPr id="12" name="Picture Placeholder 6">
            <a:extLst>
              <a:ext uri="{FF2B5EF4-FFF2-40B4-BE49-F238E27FC236}">
                <a16:creationId xmlns:a16="http://schemas.microsoft.com/office/drawing/2014/main" id="{63FC71F7-D512-4D99-888E-4EC31D291D65}"/>
              </a:ext>
            </a:extLst>
          </p:cNvPr>
          <p:cNvSpPr>
            <a:spLocks noGrp="1"/>
          </p:cNvSpPr>
          <p:nvPr>
            <p:ph type="pic" sz="quarter" idx="18" hasCustomPrompt="1"/>
          </p:nvPr>
        </p:nvSpPr>
        <p:spPr>
          <a:xfrm>
            <a:off x="0" y="3429000"/>
            <a:ext cx="3046943" cy="3429000"/>
          </a:xfrm>
          <a:prstGeom prst="rect">
            <a:avLst/>
          </a:prstGeom>
          <a:solidFill>
            <a:schemeClr val="accent5"/>
          </a:solidFill>
        </p:spPr>
        <p:txBody>
          <a:bodyPr lIns="108000" tIns="108000" rIns="0"/>
          <a:lstStyle>
            <a:lvl1pPr>
              <a:defRPr/>
            </a:lvl1pPr>
          </a:lstStyle>
          <a:p>
            <a:r>
              <a:rPr lang="en-AU"/>
              <a:t>Insert picture here</a:t>
            </a:r>
          </a:p>
        </p:txBody>
      </p:sp>
      <p:sp>
        <p:nvSpPr>
          <p:cNvPr id="17" name="Rectangle 16">
            <a:extLst>
              <a:ext uri="{FF2B5EF4-FFF2-40B4-BE49-F238E27FC236}">
                <a16:creationId xmlns:a16="http://schemas.microsoft.com/office/drawing/2014/main" id="{B0576037-E950-4C59-A474-3775715A540C}"/>
              </a:ext>
            </a:extLst>
          </p:cNvPr>
          <p:cNvSpPr/>
          <p:nvPr userDrawn="1"/>
        </p:nvSpPr>
        <p:spPr>
          <a:xfrm>
            <a:off x="9142940" y="3429000"/>
            <a:ext cx="3051178"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18" name="Text Placeholder 41">
            <a:extLst>
              <a:ext uri="{FF2B5EF4-FFF2-40B4-BE49-F238E27FC236}">
                <a16:creationId xmlns:a16="http://schemas.microsoft.com/office/drawing/2014/main" id="{A8C27AFB-41F5-43FA-997F-17842EA5D564}"/>
              </a:ext>
            </a:extLst>
          </p:cNvPr>
          <p:cNvSpPr>
            <a:spLocks noGrp="1"/>
          </p:cNvSpPr>
          <p:nvPr>
            <p:ph type="body" sz="quarter" idx="22"/>
          </p:nvPr>
        </p:nvSpPr>
        <p:spPr>
          <a:xfrm>
            <a:off x="9439591" y="4068763"/>
            <a:ext cx="2258799" cy="2001837"/>
          </a:xfrm>
        </p:spPr>
        <p:txBody>
          <a:bodyPr/>
          <a:lstStyle>
            <a:lvl1pPr>
              <a:lnSpc>
                <a:spcPct val="110000"/>
              </a:lnSpc>
              <a:spcAft>
                <a:spcPts val="2600"/>
              </a:spcAft>
              <a:defRPr sz="1300">
                <a:solidFill>
                  <a:schemeClr val="bg1"/>
                </a:solidFill>
              </a:defRPr>
            </a:lvl1pPr>
            <a:lvl2pPr>
              <a:lnSpc>
                <a:spcPct val="110000"/>
              </a:lnSpc>
              <a:spcAft>
                <a:spcPts val="2600"/>
              </a:spcAft>
              <a:defRPr sz="1100">
                <a:solidFill>
                  <a:schemeClr val="bg1"/>
                </a:solidFill>
              </a:defRPr>
            </a:lvl2pPr>
          </a:lstStyle>
          <a:p>
            <a:pPr lvl="0"/>
            <a:r>
              <a:rPr lang="en-GB"/>
              <a:t>Click to edit Master text styles</a:t>
            </a:r>
          </a:p>
          <a:p>
            <a:pPr lvl="1"/>
            <a:r>
              <a:rPr lang="en-GB"/>
              <a:t>Second level</a:t>
            </a:r>
          </a:p>
        </p:txBody>
      </p:sp>
      <p:sp>
        <p:nvSpPr>
          <p:cNvPr id="24" name="Text Placeholder 8">
            <a:extLst>
              <a:ext uri="{FF2B5EF4-FFF2-40B4-BE49-F238E27FC236}">
                <a16:creationId xmlns:a16="http://schemas.microsoft.com/office/drawing/2014/main" id="{043F482C-5F50-46F2-89ED-9E56856F3481}"/>
              </a:ext>
            </a:extLst>
          </p:cNvPr>
          <p:cNvSpPr>
            <a:spLocks noGrp="1"/>
          </p:cNvSpPr>
          <p:nvPr>
            <p:ph type="body" sz="quarter" idx="21"/>
          </p:nvPr>
        </p:nvSpPr>
        <p:spPr>
          <a:xfrm>
            <a:off x="442913" y="2249488"/>
            <a:ext cx="5068886" cy="723438"/>
          </a:xfrm>
        </p:spPr>
        <p:txBody>
          <a:bodyPr wrap="square">
            <a:noAutofit/>
          </a:bodyPr>
          <a:lstStyle>
            <a:lvl1pPr>
              <a:lnSpc>
                <a:spcPct val="110000"/>
              </a:lnSpc>
              <a:defRPr sz="1100" b="0" i="0">
                <a:latin typeface="Arial" panose="020B0604020202020204" pitchFamily="34" charset="0"/>
              </a:defRPr>
            </a:lvl1pPr>
          </a:lstStyle>
          <a:p>
            <a:pPr lvl="0"/>
            <a:r>
              <a:rPr lang="en-GB"/>
              <a:t>Click to edit Master text styles</a:t>
            </a:r>
          </a:p>
        </p:txBody>
      </p:sp>
      <p:sp>
        <p:nvSpPr>
          <p:cNvPr id="21"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42913" y="652463"/>
            <a:ext cx="5086629" cy="830997"/>
          </a:xfrm>
          <a:prstGeom prst="rect">
            <a:avLst/>
          </a:prstGeom>
        </p:spPr>
        <p:txBody>
          <a:bodyPr wrap="square" lIns="0" tIns="0" rIns="0" bIns="0">
            <a:spAutoFit/>
          </a:bodyPr>
          <a:lstStyle>
            <a:lvl1pPr>
              <a:lnSpc>
                <a:spcPct val="90000"/>
              </a:lnSpc>
              <a:defRPr sz="3000" b="1" i="0">
                <a:latin typeface="Arial" panose="020B0604020202020204" pitchFamily="34" charset="0"/>
              </a:defRPr>
            </a:lvl1pPr>
          </a:lstStyle>
          <a:p>
            <a:pPr lvl="0"/>
            <a:r>
              <a:rPr lang="en-US"/>
              <a:t>Title goes here </a:t>
            </a:r>
            <a:br>
              <a:rPr lang="en-US"/>
            </a:br>
            <a:r>
              <a:rPr lang="en-US"/>
              <a:t>in few lines</a:t>
            </a:r>
          </a:p>
        </p:txBody>
      </p:sp>
      <p:sp>
        <p:nvSpPr>
          <p:cNvPr id="25" name="Text Placeholder 41">
            <a:extLst>
              <a:ext uri="{FF2B5EF4-FFF2-40B4-BE49-F238E27FC236}">
                <a16:creationId xmlns:a16="http://schemas.microsoft.com/office/drawing/2014/main" id="{774AB14C-8180-46D4-84A0-DAF722AEF8B8}"/>
              </a:ext>
            </a:extLst>
          </p:cNvPr>
          <p:cNvSpPr>
            <a:spLocks noGrp="1"/>
          </p:cNvSpPr>
          <p:nvPr>
            <p:ph type="body" sz="quarter" idx="17"/>
          </p:nvPr>
        </p:nvSpPr>
        <p:spPr>
          <a:xfrm>
            <a:off x="3344443" y="4068763"/>
            <a:ext cx="2257950" cy="1984057"/>
          </a:xfrm>
        </p:spPr>
        <p:txBody>
          <a:bodyPr>
            <a:noAutofit/>
          </a:bodyPr>
          <a:lstStyle>
            <a:lvl1pPr>
              <a:lnSpc>
                <a:spcPct val="110000"/>
              </a:lnSpc>
              <a:spcAft>
                <a:spcPts val="2600"/>
              </a:spcAft>
              <a:defRPr sz="1300">
                <a:solidFill>
                  <a:schemeClr val="bg1"/>
                </a:solidFill>
              </a:defRPr>
            </a:lvl1pPr>
            <a:lvl2pPr>
              <a:lnSpc>
                <a:spcPct val="110000"/>
              </a:lnSpc>
              <a:spcAft>
                <a:spcPts val="2600"/>
              </a:spcAft>
              <a:defRPr sz="1100">
                <a:solidFill>
                  <a:schemeClr val="bg1"/>
                </a:solidFill>
              </a:defRPr>
            </a:lvl2pPr>
          </a:lstStyle>
          <a:p>
            <a:pPr lvl="0"/>
            <a:r>
              <a:rPr lang="en-GB"/>
              <a:t>Click to edit Master text styles</a:t>
            </a:r>
          </a:p>
          <a:p>
            <a:pPr lvl="1"/>
            <a:r>
              <a:rPr lang="en-GB"/>
              <a:t>Second level</a:t>
            </a:r>
          </a:p>
        </p:txBody>
      </p:sp>
      <p:sp>
        <p:nvSpPr>
          <p:cNvPr id="26" name="Text Placeholder 41">
            <a:extLst>
              <a:ext uri="{FF2B5EF4-FFF2-40B4-BE49-F238E27FC236}">
                <a16:creationId xmlns:a16="http://schemas.microsoft.com/office/drawing/2014/main" id="{18F6428D-9F53-4F8B-9610-CBDB54298D1A}"/>
              </a:ext>
            </a:extLst>
          </p:cNvPr>
          <p:cNvSpPr>
            <a:spLocks noGrp="1"/>
          </p:cNvSpPr>
          <p:nvPr>
            <p:ph type="body" sz="quarter" idx="19"/>
          </p:nvPr>
        </p:nvSpPr>
        <p:spPr>
          <a:xfrm>
            <a:off x="6391386" y="652463"/>
            <a:ext cx="2257950" cy="1984057"/>
          </a:xfrm>
        </p:spPr>
        <p:txBody>
          <a:bodyPr>
            <a:noAutofit/>
          </a:bodyPr>
          <a:lstStyle>
            <a:lvl1pPr>
              <a:lnSpc>
                <a:spcPct val="110000"/>
              </a:lnSpc>
              <a:spcAft>
                <a:spcPts val="2600"/>
              </a:spcAft>
              <a:defRPr sz="1300">
                <a:solidFill>
                  <a:schemeClr val="bg1"/>
                </a:solidFill>
              </a:defRPr>
            </a:lvl1pPr>
            <a:lvl2pPr>
              <a:lnSpc>
                <a:spcPct val="110000"/>
              </a:lnSpc>
              <a:spcAft>
                <a:spcPts val="2600"/>
              </a:spcAft>
              <a:defRPr sz="1100">
                <a:solidFill>
                  <a:schemeClr val="bg1"/>
                </a:solidFill>
              </a:defRPr>
            </a:lvl2pPr>
          </a:lstStyle>
          <a:p>
            <a:pPr lvl="0"/>
            <a:r>
              <a:rPr lang="en-GB"/>
              <a:t>Click to edit Master text styles</a:t>
            </a:r>
          </a:p>
          <a:p>
            <a:pPr lvl="1"/>
            <a:r>
              <a:rPr lang="en-GB"/>
              <a:t>Second level</a:t>
            </a:r>
          </a:p>
        </p:txBody>
      </p:sp>
      <p:sp>
        <p:nvSpPr>
          <p:cNvPr id="2" name="Slide Number Placeholder 4">
            <a:extLst>
              <a:ext uri="{FF2B5EF4-FFF2-40B4-BE49-F238E27FC236}">
                <a16:creationId xmlns:a16="http://schemas.microsoft.com/office/drawing/2014/main" id="{EC8711B7-07FF-2B55-5316-4AF77A32F106}"/>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3" name="Rectangle 2">
            <a:extLst>
              <a:ext uri="{FF2B5EF4-FFF2-40B4-BE49-F238E27FC236}">
                <a16:creationId xmlns:a16="http://schemas.microsoft.com/office/drawing/2014/main" id="{2E4DF209-6FD3-A51D-C524-4E756AA899D5}"/>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4" name="Rectangle 3">
            <a:extLst>
              <a:ext uri="{FF2B5EF4-FFF2-40B4-BE49-F238E27FC236}">
                <a16:creationId xmlns:a16="http://schemas.microsoft.com/office/drawing/2014/main" id="{9A3C3DAD-02FC-7051-1BD4-A9AB1703D6FE}"/>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CA7D4FEE-5D26-BEB7-52A8-A5883A8C9ABB}"/>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8F1DD1AC-B388-5C9D-7017-3871F9119428}"/>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F1CE8F99-E6AF-9B48-6CD6-3E4EC82A174B}"/>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5B9EE8C0-92A5-97E4-EDDE-0B983E496FDA}"/>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5409CEFF-E717-81CA-D41A-B82C9CD8F404}"/>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A55B0452-23A3-45C0-0D45-C79B7D8789AA}"/>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Tree>
    <p:extLst>
      <p:ext uri="{BB962C8B-B14F-4D97-AF65-F5344CB8AC3E}">
        <p14:creationId xmlns:p14="http://schemas.microsoft.com/office/powerpoint/2010/main" val="3085034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le slide 06">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66B3302-79C9-47DD-926E-80E1C84AEE88}"/>
              </a:ext>
            </a:extLst>
          </p:cNvPr>
          <p:cNvSpPr>
            <a:spLocks noGrp="1"/>
          </p:cNvSpPr>
          <p:nvPr>
            <p:ph type="pic" sz="quarter" idx="12" hasCustomPrompt="1"/>
          </p:nvPr>
        </p:nvSpPr>
        <p:spPr>
          <a:xfrm>
            <a:off x="8301350" y="0"/>
            <a:ext cx="3890650" cy="2769616"/>
          </a:xfrm>
          <a:prstGeom prst="rect">
            <a:avLst/>
          </a:prstGeom>
          <a:solidFill>
            <a:schemeClr val="accent5"/>
          </a:solidFill>
        </p:spPr>
        <p:txBody>
          <a:bodyPr lIns="108000" tIns="108000" rIns="0"/>
          <a:lstStyle>
            <a:lvl1pPr>
              <a:defRPr/>
            </a:lvl1pPr>
          </a:lstStyle>
          <a:p>
            <a:r>
              <a:rPr lang="en-AU"/>
              <a:t>Insert picture here</a:t>
            </a:r>
          </a:p>
        </p:txBody>
      </p:sp>
      <p:sp>
        <p:nvSpPr>
          <p:cNvPr id="13" name="Picture Placeholder 6">
            <a:extLst>
              <a:ext uri="{FF2B5EF4-FFF2-40B4-BE49-F238E27FC236}">
                <a16:creationId xmlns:a16="http://schemas.microsoft.com/office/drawing/2014/main" id="{079273AD-EE87-428C-9734-FF298B00A9D6}"/>
              </a:ext>
            </a:extLst>
          </p:cNvPr>
          <p:cNvSpPr>
            <a:spLocks noGrp="1"/>
          </p:cNvSpPr>
          <p:nvPr>
            <p:ph type="pic" sz="quarter" idx="16" hasCustomPrompt="1"/>
          </p:nvPr>
        </p:nvSpPr>
        <p:spPr>
          <a:xfrm>
            <a:off x="4139428" y="0"/>
            <a:ext cx="4161922" cy="2769616"/>
          </a:xfrm>
          <a:prstGeom prst="rect">
            <a:avLst/>
          </a:prstGeom>
          <a:solidFill>
            <a:schemeClr val="accent5"/>
          </a:solidFill>
        </p:spPr>
        <p:txBody>
          <a:bodyPr lIns="108000" tIns="108000" rIns="0"/>
          <a:lstStyle>
            <a:lvl1pPr>
              <a:defRPr/>
            </a:lvl1pPr>
          </a:lstStyle>
          <a:p>
            <a:r>
              <a:rPr lang="en-AU"/>
              <a:t>Insert picture here</a:t>
            </a:r>
          </a:p>
        </p:txBody>
      </p:sp>
      <p:sp>
        <p:nvSpPr>
          <p:cNvPr id="14" name="Picture Placeholder 6">
            <a:extLst>
              <a:ext uri="{FF2B5EF4-FFF2-40B4-BE49-F238E27FC236}">
                <a16:creationId xmlns:a16="http://schemas.microsoft.com/office/drawing/2014/main" id="{DD10A8B2-CEF9-4306-AD7E-2E5F69D406B3}"/>
              </a:ext>
            </a:extLst>
          </p:cNvPr>
          <p:cNvSpPr>
            <a:spLocks noGrp="1"/>
          </p:cNvSpPr>
          <p:nvPr>
            <p:ph type="pic" sz="quarter" idx="17" hasCustomPrompt="1"/>
          </p:nvPr>
        </p:nvSpPr>
        <p:spPr>
          <a:xfrm>
            <a:off x="0" y="0"/>
            <a:ext cx="4139428" cy="2769616"/>
          </a:xfrm>
          <a:prstGeom prst="rect">
            <a:avLst/>
          </a:prstGeom>
          <a:solidFill>
            <a:schemeClr val="accent5"/>
          </a:solidFill>
        </p:spPr>
        <p:txBody>
          <a:bodyPr lIns="108000" tIns="108000" rIns="0"/>
          <a:lstStyle>
            <a:lvl1pPr>
              <a:defRPr/>
            </a:lvl1pPr>
          </a:lstStyle>
          <a:p>
            <a:r>
              <a:rPr lang="en-AU"/>
              <a:t>Insert picture here</a:t>
            </a:r>
          </a:p>
        </p:txBody>
      </p:sp>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1" y="3205740"/>
            <a:ext cx="5010430" cy="1218795"/>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br>
              <a:rPr lang="en-US"/>
            </a:br>
            <a:r>
              <a:rPr lang="en-US"/>
              <a:t>in few lines</a:t>
            </a:r>
          </a:p>
        </p:txBody>
      </p:sp>
      <p:sp>
        <p:nvSpPr>
          <p:cNvPr id="4" name="Slide Number Placeholder 3">
            <a:extLst>
              <a:ext uri="{FF2B5EF4-FFF2-40B4-BE49-F238E27FC236}">
                <a16:creationId xmlns:a16="http://schemas.microsoft.com/office/drawing/2014/main" id="{FAC9B062-A21E-7628-74B4-B1E62DACBDB5}"/>
              </a:ext>
            </a:extLst>
          </p:cNvPr>
          <p:cNvSpPr>
            <a:spLocks noGrp="1"/>
          </p:cNvSpPr>
          <p:nvPr>
            <p:ph type="sldNum" sz="quarter" idx="19"/>
          </p:nvPr>
        </p:nvSpPr>
        <p:spPr/>
        <p:txBody>
          <a:bodyPr/>
          <a:lstStyle/>
          <a:p>
            <a:fld id="{EF2F7A32-C1EA-4F7E-B0A2-7FCB5BFE90DE}" type="slidenum">
              <a:rPr lang="en-AU" smtClean="0"/>
              <a:pPr/>
              <a:t>‹#›</a:t>
            </a:fld>
            <a:endParaRPr lang="en-AU"/>
          </a:p>
        </p:txBody>
      </p:sp>
      <p:sp>
        <p:nvSpPr>
          <p:cNvPr id="6" name="Footer Placeholder 2">
            <a:extLst>
              <a:ext uri="{FF2B5EF4-FFF2-40B4-BE49-F238E27FC236}">
                <a16:creationId xmlns:a16="http://schemas.microsoft.com/office/drawing/2014/main" id="{45025039-C164-57D8-36CA-10345AC2FB70}"/>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8" name="Text Placeholder 17">
            <a:extLst>
              <a:ext uri="{FF2B5EF4-FFF2-40B4-BE49-F238E27FC236}">
                <a16:creationId xmlns:a16="http://schemas.microsoft.com/office/drawing/2014/main" id="{61978BC9-2597-4C10-E274-5528BBA4DD65}"/>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25942019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01">
    <p:spTree>
      <p:nvGrpSpPr>
        <p:cNvPr id="1" name=""/>
        <p:cNvGrpSpPr/>
        <p:nvPr/>
      </p:nvGrpSpPr>
      <p:grpSpPr>
        <a:xfrm>
          <a:off x="0" y="0"/>
          <a:ext cx="0" cy="0"/>
          <a:chOff x="0" y="0"/>
          <a:chExt cx="0" cy="0"/>
        </a:xfrm>
      </p:grpSpPr>
      <p:sp>
        <p:nvSpPr>
          <p:cNvPr id="10" name="Table Placeholder 9">
            <a:extLst>
              <a:ext uri="{FF2B5EF4-FFF2-40B4-BE49-F238E27FC236}">
                <a16:creationId xmlns:a16="http://schemas.microsoft.com/office/drawing/2014/main" id="{551F8D0F-539E-43EB-9DCF-3D170B91703E}"/>
              </a:ext>
            </a:extLst>
          </p:cNvPr>
          <p:cNvSpPr>
            <a:spLocks noGrp="1"/>
          </p:cNvSpPr>
          <p:nvPr>
            <p:ph type="tbl" sz="quarter" idx="16" hasCustomPrompt="1"/>
          </p:nvPr>
        </p:nvSpPr>
        <p:spPr>
          <a:xfrm>
            <a:off x="442913" y="1441342"/>
            <a:ext cx="11306176" cy="4703736"/>
          </a:xfrm>
          <a:noFill/>
        </p:spPr>
        <p:txBody>
          <a:bodyPr lIns="108000" tIns="108000" rIns="0"/>
          <a:lstStyle>
            <a:lvl1pPr>
              <a:defRPr/>
            </a:lvl1pPr>
          </a:lstStyle>
          <a:p>
            <a:r>
              <a:rPr lang="en-AU"/>
              <a:t>Insert table here</a:t>
            </a:r>
          </a:p>
        </p:txBody>
      </p:sp>
      <p:sp>
        <p:nvSpPr>
          <p:cNvPr id="8" name="Text Placeholder 234">
            <a:extLst>
              <a:ext uri="{FF2B5EF4-FFF2-40B4-BE49-F238E27FC236}">
                <a16:creationId xmlns:a16="http://schemas.microsoft.com/office/drawing/2014/main" id="{7B2147B6-2BB1-409A-8935-127D3A596DE4}"/>
              </a:ext>
            </a:extLst>
          </p:cNvPr>
          <p:cNvSpPr>
            <a:spLocks noGrp="1"/>
          </p:cNvSpPr>
          <p:nvPr>
            <p:ph type="body" sz="quarter" idx="15" hasCustomPrompt="1"/>
          </p:nvPr>
        </p:nvSpPr>
        <p:spPr>
          <a:xfrm>
            <a:off x="425170" y="725853"/>
            <a:ext cx="7067830" cy="609398"/>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p>
        </p:txBody>
      </p:sp>
      <p:sp>
        <p:nvSpPr>
          <p:cNvPr id="3" name="Slide Number Placeholder 2">
            <a:extLst>
              <a:ext uri="{FF2B5EF4-FFF2-40B4-BE49-F238E27FC236}">
                <a16:creationId xmlns:a16="http://schemas.microsoft.com/office/drawing/2014/main" id="{A7FDAA95-E486-7822-0E94-36D75ED1F5C7}"/>
              </a:ext>
            </a:extLst>
          </p:cNvPr>
          <p:cNvSpPr>
            <a:spLocks noGrp="1"/>
          </p:cNvSpPr>
          <p:nvPr>
            <p:ph type="sldNum" sz="quarter" idx="18"/>
          </p:nvPr>
        </p:nvSpPr>
        <p:spPr/>
        <p:txBody>
          <a:bodyPr/>
          <a:lstStyle/>
          <a:p>
            <a:fld id="{EF2F7A32-C1EA-4F7E-B0A2-7FCB5BFE90DE}" type="slidenum">
              <a:rPr lang="en-AU" smtClean="0"/>
              <a:pPr/>
              <a:t>‹#›</a:t>
            </a:fld>
            <a:endParaRPr lang="en-AU"/>
          </a:p>
        </p:txBody>
      </p:sp>
      <p:sp>
        <p:nvSpPr>
          <p:cNvPr id="6" name="Footer Placeholder 2">
            <a:extLst>
              <a:ext uri="{FF2B5EF4-FFF2-40B4-BE49-F238E27FC236}">
                <a16:creationId xmlns:a16="http://schemas.microsoft.com/office/drawing/2014/main" id="{BDA88862-EC8E-1E78-9A99-EC9EE62C17FB}"/>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7" name="Text Placeholder 17">
            <a:extLst>
              <a:ext uri="{FF2B5EF4-FFF2-40B4-BE49-F238E27FC236}">
                <a16:creationId xmlns:a16="http://schemas.microsoft.com/office/drawing/2014/main" id="{C35CE41E-3C0B-0377-28D5-4C325BCAFFB7}"/>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10431135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Images + text 0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42F225-2828-4D1B-9136-21D1BCC6A2D7}"/>
              </a:ext>
            </a:extLst>
          </p:cNvPr>
          <p:cNvSpPr/>
          <p:nvPr userDrawn="1"/>
        </p:nvSpPr>
        <p:spPr>
          <a:xfrm>
            <a:off x="-1" y="2764617"/>
            <a:ext cx="12192001" cy="40933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42" name="Text Placeholder 41">
            <a:extLst>
              <a:ext uri="{FF2B5EF4-FFF2-40B4-BE49-F238E27FC236}">
                <a16:creationId xmlns:a16="http://schemas.microsoft.com/office/drawing/2014/main" id="{FCC5914C-BCE4-4E3B-8F2E-CBABD6188299}"/>
              </a:ext>
            </a:extLst>
          </p:cNvPr>
          <p:cNvSpPr>
            <a:spLocks noGrp="1"/>
          </p:cNvSpPr>
          <p:nvPr>
            <p:ph type="body" sz="quarter" idx="16" hasCustomPrompt="1"/>
          </p:nvPr>
        </p:nvSpPr>
        <p:spPr>
          <a:xfrm>
            <a:off x="442913" y="3175647"/>
            <a:ext cx="4343400" cy="2879078"/>
          </a:xfrm>
        </p:spPr>
        <p:txBody>
          <a:bodyPr wrap="square">
            <a:noAutofit/>
          </a:bodyPr>
          <a:lstStyle>
            <a:lvl1pPr>
              <a:lnSpc>
                <a:spcPct val="110000"/>
              </a:lnSpc>
              <a:spcAft>
                <a:spcPts val="1200"/>
              </a:spcAft>
              <a:defRPr>
                <a:solidFill>
                  <a:schemeClr val="bg1"/>
                </a:solidFill>
              </a:defRPr>
            </a:lvl1pPr>
            <a:lvl2pPr>
              <a:lnSpc>
                <a:spcPct val="110000"/>
              </a:lnSpc>
              <a:spcAft>
                <a:spcPts val="2600"/>
              </a:spcAft>
              <a:defRPr sz="1000">
                <a:solidFill>
                  <a:schemeClr val="bg1"/>
                </a:solidFill>
              </a:defRPr>
            </a:lvl2pPr>
            <a:lvl3pPr marL="177800" indent="-177800">
              <a:lnSpc>
                <a:spcPct val="100000"/>
              </a:lnSpc>
              <a:spcAft>
                <a:spcPts val="400"/>
              </a:spcAft>
              <a:defRPr sz="1200">
                <a:solidFill>
                  <a:srgbClr val="262626"/>
                </a:solidFill>
              </a:defRPr>
            </a:lvl3pPr>
            <a:lvl9pPr>
              <a:defRPr sz="1100" b="0" i="0">
                <a:solidFill>
                  <a:schemeClr val="bg1"/>
                </a:solidFill>
                <a:latin typeface="Arial" panose="020B0604020202020204" pitchFamily="34" charset="0"/>
              </a:defRPr>
            </a:lvl9pPr>
          </a:lstStyle>
          <a:p>
            <a:pPr lvl="0"/>
            <a:r>
              <a:rPr lang="en-US" err="1"/>
              <a:t>Subheader</a:t>
            </a:r>
            <a:r>
              <a:rPr lang="en-US"/>
              <a:t> goes here</a:t>
            </a:r>
          </a:p>
          <a:p>
            <a:pPr lvl="8"/>
            <a:r>
              <a:rPr lang="en-US"/>
              <a:t>Second level</a:t>
            </a:r>
          </a:p>
        </p:txBody>
      </p:sp>
      <p:sp>
        <p:nvSpPr>
          <p:cNvPr id="10" name="Picture Placeholder 6">
            <a:extLst>
              <a:ext uri="{FF2B5EF4-FFF2-40B4-BE49-F238E27FC236}">
                <a16:creationId xmlns:a16="http://schemas.microsoft.com/office/drawing/2014/main" id="{918CCDD8-D3CC-416C-9C55-03AC480970B1}"/>
              </a:ext>
            </a:extLst>
          </p:cNvPr>
          <p:cNvSpPr>
            <a:spLocks noGrp="1"/>
          </p:cNvSpPr>
          <p:nvPr>
            <p:ph type="pic" sz="quarter" idx="22" hasCustomPrompt="1"/>
          </p:nvPr>
        </p:nvSpPr>
        <p:spPr>
          <a:xfrm>
            <a:off x="6756955" y="3175647"/>
            <a:ext cx="4146613" cy="2764617"/>
          </a:xfrm>
          <a:prstGeom prst="rect">
            <a:avLst/>
          </a:prstGeom>
          <a:solidFill>
            <a:schemeClr val="bg1">
              <a:lumMod val="95000"/>
            </a:schemeClr>
          </a:solidFill>
        </p:spPr>
        <p:txBody>
          <a:bodyPr lIns="108000" tIns="108000" rIns="0"/>
          <a:lstStyle>
            <a:lvl1pPr>
              <a:defRPr/>
            </a:lvl1pPr>
          </a:lstStyle>
          <a:p>
            <a:r>
              <a:rPr lang="en-AU"/>
              <a:t>Insert picture here</a:t>
            </a:r>
          </a:p>
        </p:txBody>
      </p:sp>
      <p:sp>
        <p:nvSpPr>
          <p:cNvPr id="9" name="Text Placeholder 234">
            <a:extLst>
              <a:ext uri="{FF2B5EF4-FFF2-40B4-BE49-F238E27FC236}">
                <a16:creationId xmlns:a16="http://schemas.microsoft.com/office/drawing/2014/main" id="{889FC9F3-B02E-492E-A38B-E8F2FB3644B6}"/>
              </a:ext>
            </a:extLst>
          </p:cNvPr>
          <p:cNvSpPr>
            <a:spLocks noGrp="1"/>
          </p:cNvSpPr>
          <p:nvPr>
            <p:ph type="body" sz="quarter" idx="15" hasCustomPrompt="1"/>
          </p:nvPr>
        </p:nvSpPr>
        <p:spPr>
          <a:xfrm>
            <a:off x="425170" y="586153"/>
            <a:ext cx="7326593" cy="1786219"/>
          </a:xfrm>
          <a:prstGeom prst="rect">
            <a:avLst/>
          </a:prstGeom>
        </p:spPr>
        <p:txBody>
          <a:bodyPr wrap="square" lIns="0" tIns="0" rIns="0" bIns="0" anchor="t">
            <a:noAutofit/>
          </a:bodyPr>
          <a:lstStyle>
            <a:lvl1pPr>
              <a:lnSpc>
                <a:spcPct val="90000"/>
              </a:lnSpc>
              <a:defRPr sz="4400" b="1" i="0">
                <a:latin typeface="Arial" panose="020B0604020202020204" pitchFamily="34" charset="0"/>
              </a:defRPr>
            </a:lvl1pPr>
          </a:lstStyle>
          <a:p>
            <a:pPr lvl="0"/>
            <a:r>
              <a:rPr lang="en-US"/>
              <a:t>Title goes here </a:t>
            </a:r>
            <a:br>
              <a:rPr lang="en-US"/>
            </a:br>
            <a:r>
              <a:rPr lang="en-US"/>
              <a:t>in few lines</a:t>
            </a:r>
          </a:p>
        </p:txBody>
      </p:sp>
      <p:sp>
        <p:nvSpPr>
          <p:cNvPr id="3" name="Footer Placeholder 36">
            <a:extLst>
              <a:ext uri="{FF2B5EF4-FFF2-40B4-BE49-F238E27FC236}">
                <a16:creationId xmlns:a16="http://schemas.microsoft.com/office/drawing/2014/main" id="{6E37D3E6-10AA-6787-6080-FA70A53C797A}"/>
              </a:ext>
            </a:extLst>
          </p:cNvPr>
          <p:cNvSpPr>
            <a:spLocks noGrp="1"/>
          </p:cNvSpPr>
          <p:nvPr>
            <p:ph type="ftr" sz="quarter" idx="3"/>
          </p:nvPr>
        </p:nvSpPr>
        <p:spPr>
          <a:xfrm>
            <a:off x="8888413" y="6449910"/>
            <a:ext cx="2497138" cy="139898"/>
          </a:xfrm>
          <a:prstGeom prst="rect">
            <a:avLst/>
          </a:prstGeom>
        </p:spPr>
        <p:txBody>
          <a:bodyPr vert="horz" wrap="square" lIns="0" tIns="0" rIns="0" bIns="0" rtlCol="0" anchor="ctr">
            <a:noAutofit/>
          </a:bodyPr>
          <a:lstStyle>
            <a:lvl1pPr algn="l">
              <a:defRPr sz="900" b="0" i="0">
                <a:solidFill>
                  <a:schemeClr val="bg1">
                    <a:alpha val="70000"/>
                  </a:schemeClr>
                </a:solidFill>
                <a:latin typeface="Arial" panose="020B0604020202020204" pitchFamily="34" charset="0"/>
              </a:defRPr>
            </a:lvl1pPr>
          </a:lstStyle>
          <a:p>
            <a:r>
              <a:rPr lang="en-AU"/>
              <a:t>Presentation Name</a:t>
            </a:r>
          </a:p>
        </p:txBody>
      </p:sp>
      <p:pic>
        <p:nvPicPr>
          <p:cNvPr id="14" name="Picture 2" descr="TPG Telecom logo in transparent PNG and vectorized SVG formats">
            <a:extLst>
              <a:ext uri="{FF2B5EF4-FFF2-40B4-BE49-F238E27FC236}">
                <a16:creationId xmlns:a16="http://schemas.microsoft.com/office/drawing/2014/main" id="{03786CB6-4C33-6BE6-C04C-D9DA92EBEB3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5170" y="6397517"/>
            <a:ext cx="719334" cy="19229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4">
            <a:extLst>
              <a:ext uri="{FF2B5EF4-FFF2-40B4-BE49-F238E27FC236}">
                <a16:creationId xmlns:a16="http://schemas.microsoft.com/office/drawing/2014/main" id="{F514E767-F9EA-DD0A-6670-0ACAB7C66770}"/>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2" name="Rectangle 1">
            <a:extLst>
              <a:ext uri="{FF2B5EF4-FFF2-40B4-BE49-F238E27FC236}">
                <a16:creationId xmlns:a16="http://schemas.microsoft.com/office/drawing/2014/main" id="{C7F02274-B6BF-6206-8224-BAC9AFA0CD4D}"/>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1E40DF75-FFEA-D527-CF5E-5A98AA5F9CFD}"/>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C65965BB-AA0A-7BD0-3133-E43E27618D56}"/>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FAC258B0-3D37-F3C7-9190-4FCD26BD4401}"/>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DDA45668-27D2-8F0D-DA5A-467297FB047C}"/>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A22E3DF1-81EF-0AF4-4A07-59623BA2FC02}"/>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5" name="Rectangle 14">
            <a:extLst>
              <a:ext uri="{FF2B5EF4-FFF2-40B4-BE49-F238E27FC236}">
                <a16:creationId xmlns:a16="http://schemas.microsoft.com/office/drawing/2014/main" id="{9EB2C0CF-3B6A-D613-5055-73F80C95B6A4}"/>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6" name="TextBox 15">
            <a:extLst>
              <a:ext uri="{FF2B5EF4-FFF2-40B4-BE49-F238E27FC236}">
                <a16:creationId xmlns:a16="http://schemas.microsoft.com/office/drawing/2014/main" id="{C399B6FF-C6CA-D75D-E157-0E930485DE15}"/>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
        <p:nvSpPr>
          <p:cNvPr id="18" name="Footer Placeholder 2">
            <a:extLst>
              <a:ext uri="{FF2B5EF4-FFF2-40B4-BE49-F238E27FC236}">
                <a16:creationId xmlns:a16="http://schemas.microsoft.com/office/drawing/2014/main" id="{C3456CE1-A269-2A4A-E27E-8E8DB9504BA2}"/>
              </a:ext>
            </a:extLst>
          </p:cNvPr>
          <p:cNvSpPr txBox="1">
            <a:spLocks/>
          </p:cNvSpPr>
          <p:nvPr userDrawn="1"/>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19" name="Text Placeholder 17">
            <a:extLst>
              <a:ext uri="{FF2B5EF4-FFF2-40B4-BE49-F238E27FC236}">
                <a16:creationId xmlns:a16="http://schemas.microsoft.com/office/drawing/2014/main" id="{4B5A4B43-7302-9C8D-C4E9-73D870CC88AE}"/>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24015322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s + text 0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422E6B-CC61-401E-9267-9C5A5A21B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B5173E6B-D204-12E3-C0A7-CFFC69641625}"/>
              </a:ext>
            </a:extLst>
          </p:cNvPr>
          <p:cNvSpPr/>
          <p:nvPr userDrawn="1"/>
        </p:nvSpPr>
        <p:spPr>
          <a:xfrm>
            <a:off x="0" y="-1"/>
            <a:ext cx="12191999" cy="6858001"/>
          </a:xfrm>
          <a:prstGeom prst="rect">
            <a:avLst/>
          </a:prstGeom>
          <a:solidFill>
            <a:srgbClr val="15363F">
              <a:alpha val="41000"/>
            </a:srgbClr>
          </a:solidFill>
        </p:spPr>
        <p:txBody>
          <a:bodyPr wrap="square" lIns="0" tIns="0" rIns="0" bIns="0" rtlCol="0" anchor="ctr">
            <a:spAutoFit/>
          </a:bodyPr>
          <a:lstStyle/>
          <a:p>
            <a:pPr algn="ctr"/>
            <a:endParaRPr lang="en-US" sz="900">
              <a:latin typeface="Graphik Regular" charset="0"/>
              <a:ea typeface="Graphik Regular" charset="0"/>
              <a:cs typeface="Graphik Regular" charset="0"/>
            </a:endParaRPr>
          </a:p>
        </p:txBody>
      </p:sp>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2400828" y="2777272"/>
            <a:ext cx="7391400" cy="1218795"/>
          </a:xfrm>
          <a:prstGeom prst="rect">
            <a:avLst/>
          </a:prstGeom>
        </p:spPr>
        <p:txBody>
          <a:bodyPr wrap="square" lIns="0" tIns="0" rIns="0" bIns="0" anchor="ctr">
            <a:spAutoFit/>
          </a:bodyPr>
          <a:lstStyle>
            <a:lvl1pPr algn="ctr">
              <a:lnSpc>
                <a:spcPct val="90000"/>
              </a:lnSpc>
              <a:defRPr sz="4400" b="1" i="0">
                <a:solidFill>
                  <a:schemeClr val="bg1"/>
                </a:solidFill>
                <a:latin typeface="Arial" panose="020B0604020202020204" pitchFamily="34" charset="0"/>
              </a:defRPr>
            </a:lvl1pPr>
          </a:lstStyle>
          <a:p>
            <a:pPr lvl="0"/>
            <a:r>
              <a:rPr lang="en-AU"/>
              <a:t>“Put a quote </a:t>
            </a:r>
          </a:p>
          <a:p>
            <a:pPr lvl="0"/>
            <a:r>
              <a:rPr lang="en-AU"/>
              <a:t>on top of the image.”</a:t>
            </a:r>
          </a:p>
        </p:txBody>
      </p:sp>
      <p:sp>
        <p:nvSpPr>
          <p:cNvPr id="11" name="Text Placeholder 8">
            <a:extLst>
              <a:ext uri="{FF2B5EF4-FFF2-40B4-BE49-F238E27FC236}">
                <a16:creationId xmlns:a16="http://schemas.microsoft.com/office/drawing/2014/main" id="{D0AFEB63-0555-4212-AFBD-9EA8C8127535}"/>
              </a:ext>
            </a:extLst>
          </p:cNvPr>
          <p:cNvSpPr>
            <a:spLocks noGrp="1"/>
          </p:cNvSpPr>
          <p:nvPr>
            <p:ph type="body" sz="quarter" idx="21" hasCustomPrompt="1"/>
          </p:nvPr>
        </p:nvSpPr>
        <p:spPr>
          <a:xfrm>
            <a:off x="2400828" y="4197883"/>
            <a:ext cx="7391400" cy="218586"/>
          </a:xfrm>
        </p:spPr>
        <p:txBody>
          <a:bodyPr wrap="square" anchor="t">
            <a:spAutoFit/>
          </a:bodyPr>
          <a:lstStyle>
            <a:lvl1pPr algn="ctr">
              <a:lnSpc>
                <a:spcPct val="110000"/>
              </a:lnSpc>
              <a:defRPr sz="1400" b="0" i="0">
                <a:solidFill>
                  <a:schemeClr val="bg1"/>
                </a:solidFill>
                <a:latin typeface="Arial" panose="020B0604020202020204" pitchFamily="34" charset="0"/>
              </a:defRPr>
            </a:lvl1pPr>
          </a:lstStyle>
          <a:p>
            <a:pPr lvl="0"/>
            <a:r>
              <a:rPr lang="en-US"/>
              <a:t>Who said it?</a:t>
            </a:r>
          </a:p>
        </p:txBody>
      </p:sp>
      <p:pic>
        <p:nvPicPr>
          <p:cNvPr id="3" name="Picture 2" descr="TPG Telecom logo in transparent PNG and vectorized SVG formats">
            <a:extLst>
              <a:ext uri="{FF2B5EF4-FFF2-40B4-BE49-F238E27FC236}">
                <a16:creationId xmlns:a16="http://schemas.microsoft.com/office/drawing/2014/main" id="{935C09ED-C381-0977-F85E-B2E7D6B69CC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5170" y="6397517"/>
            <a:ext cx="719334" cy="19229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32A4E668-80FD-FB9D-001E-CD29552AEECB}"/>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7" name="Rectangle 6">
            <a:extLst>
              <a:ext uri="{FF2B5EF4-FFF2-40B4-BE49-F238E27FC236}">
                <a16:creationId xmlns:a16="http://schemas.microsoft.com/office/drawing/2014/main" id="{C538F4C1-0CA2-B468-2604-12A3BCF43215}"/>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8E3655F4-3CE5-97DB-7573-8C8D0AE65DE0}"/>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1E1C504F-14AA-98A8-623B-0E2AAFC115C5}"/>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1EA8058F-B3DE-1F3C-4065-EACF0529D078}"/>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E140D0D4-82A9-C66A-7766-F17FB91523F9}"/>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Rectangle 12">
            <a:extLst>
              <a:ext uri="{FF2B5EF4-FFF2-40B4-BE49-F238E27FC236}">
                <a16:creationId xmlns:a16="http://schemas.microsoft.com/office/drawing/2014/main" id="{B26B482A-6A25-4CCF-46ED-83819E01E92B}"/>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4" name="Rectangle 13">
            <a:extLst>
              <a:ext uri="{FF2B5EF4-FFF2-40B4-BE49-F238E27FC236}">
                <a16:creationId xmlns:a16="http://schemas.microsoft.com/office/drawing/2014/main" id="{B94478D1-A4C4-C40B-764B-50B670C19488}"/>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5" name="TextBox 14">
            <a:extLst>
              <a:ext uri="{FF2B5EF4-FFF2-40B4-BE49-F238E27FC236}">
                <a16:creationId xmlns:a16="http://schemas.microsoft.com/office/drawing/2014/main" id="{454B336A-4CD8-8158-359C-0716E706F882}"/>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Tree>
    <p:extLst>
      <p:ext uri="{BB962C8B-B14F-4D97-AF65-F5344CB8AC3E}">
        <p14:creationId xmlns:p14="http://schemas.microsoft.com/office/powerpoint/2010/main" val="41821668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s + text 1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66B3302-79C9-47DD-926E-80E1C84AEE88}"/>
              </a:ext>
            </a:extLst>
          </p:cNvPr>
          <p:cNvSpPr>
            <a:spLocks noGrp="1"/>
          </p:cNvSpPr>
          <p:nvPr>
            <p:ph type="pic" sz="quarter" idx="12" hasCustomPrompt="1"/>
          </p:nvPr>
        </p:nvSpPr>
        <p:spPr>
          <a:xfrm>
            <a:off x="3594628" y="831850"/>
            <a:ext cx="5130800" cy="5130800"/>
          </a:xfrm>
          <a:prstGeom prst="ellipse">
            <a:avLst/>
          </a:prstGeom>
          <a:solidFill>
            <a:schemeClr val="accent5"/>
          </a:solidFill>
        </p:spPr>
        <p:txBody>
          <a:bodyPr lIns="0" tIns="108000" rIns="0" anchor="b"/>
          <a:lstStyle>
            <a:lvl1pPr algn="ctr">
              <a:defRPr/>
            </a:lvl1pPr>
          </a:lstStyle>
          <a:p>
            <a:r>
              <a:rPr lang="en-AU"/>
              <a:t>Insert picture here</a:t>
            </a:r>
          </a:p>
        </p:txBody>
      </p:sp>
      <p:sp>
        <p:nvSpPr>
          <p:cNvPr id="9" name="Text Placeholder 234">
            <a:extLst>
              <a:ext uri="{FF2B5EF4-FFF2-40B4-BE49-F238E27FC236}">
                <a16:creationId xmlns:a16="http://schemas.microsoft.com/office/drawing/2014/main" id="{2CC7B15E-0965-4A14-ACF5-CC9AB7323E36}"/>
              </a:ext>
            </a:extLst>
          </p:cNvPr>
          <p:cNvSpPr>
            <a:spLocks noGrp="1"/>
          </p:cNvSpPr>
          <p:nvPr>
            <p:ph type="body" sz="quarter" idx="15" hasCustomPrompt="1"/>
          </p:nvPr>
        </p:nvSpPr>
        <p:spPr>
          <a:xfrm>
            <a:off x="425171" y="1202103"/>
            <a:ext cx="5010430" cy="1218795"/>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br>
              <a:rPr lang="en-US"/>
            </a:br>
            <a:r>
              <a:rPr lang="en-US"/>
              <a:t>in few lines</a:t>
            </a:r>
          </a:p>
        </p:txBody>
      </p:sp>
      <p:sp>
        <p:nvSpPr>
          <p:cNvPr id="3" name="Slide Number Placeholder 2">
            <a:extLst>
              <a:ext uri="{FF2B5EF4-FFF2-40B4-BE49-F238E27FC236}">
                <a16:creationId xmlns:a16="http://schemas.microsoft.com/office/drawing/2014/main" id="{F9F1556A-FB87-AB4A-656D-79802158B382}"/>
              </a:ext>
            </a:extLst>
          </p:cNvPr>
          <p:cNvSpPr>
            <a:spLocks noGrp="1"/>
          </p:cNvSpPr>
          <p:nvPr>
            <p:ph type="sldNum" sz="quarter" idx="17"/>
          </p:nvPr>
        </p:nvSpPr>
        <p:spPr/>
        <p:txBody>
          <a:bodyPr/>
          <a:lstStyle/>
          <a:p>
            <a:fld id="{EF2F7A32-C1EA-4F7E-B0A2-7FCB5BFE90DE}" type="slidenum">
              <a:rPr lang="en-AU" smtClean="0"/>
              <a:pPr/>
              <a:t>‹#›</a:t>
            </a:fld>
            <a:endParaRPr lang="en-AU"/>
          </a:p>
        </p:txBody>
      </p:sp>
      <p:sp>
        <p:nvSpPr>
          <p:cNvPr id="5" name="Footer Placeholder 2">
            <a:extLst>
              <a:ext uri="{FF2B5EF4-FFF2-40B4-BE49-F238E27FC236}">
                <a16:creationId xmlns:a16="http://schemas.microsoft.com/office/drawing/2014/main" id="{D8693320-D288-0C5C-C5EE-A3C18B436EED}"/>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6" name="Text Placeholder 17">
            <a:extLst>
              <a:ext uri="{FF2B5EF4-FFF2-40B4-BE49-F238E27FC236}">
                <a16:creationId xmlns:a16="http://schemas.microsoft.com/office/drawing/2014/main" id="{CA23F94E-DD06-C5FC-99BB-B353C793874B}"/>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37665138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s + text 12">
    <p:spTree>
      <p:nvGrpSpPr>
        <p:cNvPr id="1" name=""/>
        <p:cNvGrpSpPr/>
        <p:nvPr/>
      </p:nvGrpSpPr>
      <p:grpSpPr>
        <a:xfrm>
          <a:off x="0" y="0"/>
          <a:ext cx="0" cy="0"/>
          <a:chOff x="0" y="0"/>
          <a:chExt cx="0" cy="0"/>
        </a:xfrm>
      </p:grpSpPr>
      <p:sp>
        <p:nvSpPr>
          <p:cNvPr id="42" name="Text Placeholder 41">
            <a:extLst>
              <a:ext uri="{FF2B5EF4-FFF2-40B4-BE49-F238E27FC236}">
                <a16:creationId xmlns:a16="http://schemas.microsoft.com/office/drawing/2014/main" id="{FCC5914C-BCE4-4E3B-8F2E-CBABD6188299}"/>
              </a:ext>
            </a:extLst>
          </p:cNvPr>
          <p:cNvSpPr>
            <a:spLocks noGrp="1"/>
          </p:cNvSpPr>
          <p:nvPr>
            <p:ph type="body" sz="quarter" idx="16"/>
          </p:nvPr>
        </p:nvSpPr>
        <p:spPr>
          <a:xfrm>
            <a:off x="442913" y="2989263"/>
            <a:ext cx="2738437" cy="3065462"/>
          </a:xfrm>
        </p:spPr>
        <p:txBody>
          <a:bodyPr>
            <a:noAutofit/>
          </a:bodyPr>
          <a:lstStyle>
            <a:lvl1pPr>
              <a:lnSpc>
                <a:spcPct val="110000"/>
              </a:lnSpc>
              <a:spcAft>
                <a:spcPts val="2600"/>
              </a:spcAft>
              <a:defRPr sz="1300">
                <a:solidFill>
                  <a:schemeClr val="tx1"/>
                </a:solidFill>
              </a:defRPr>
            </a:lvl1pPr>
            <a:lvl2pPr>
              <a:lnSpc>
                <a:spcPct val="110000"/>
              </a:lnSpc>
              <a:spcAft>
                <a:spcPts val="2600"/>
              </a:spcAft>
              <a:defRPr sz="1100">
                <a:solidFill>
                  <a:schemeClr val="tx1"/>
                </a:solidFill>
              </a:defRPr>
            </a:lvl2pPr>
          </a:lstStyle>
          <a:p>
            <a:pPr lvl="0"/>
            <a:r>
              <a:rPr lang="en-GB"/>
              <a:t>Click to edit Master text styles</a:t>
            </a:r>
          </a:p>
          <a:p>
            <a:pPr lvl="1"/>
            <a:r>
              <a:rPr lang="en-GB"/>
              <a:t>Second level</a:t>
            </a:r>
          </a:p>
        </p:txBody>
      </p:sp>
      <p:sp>
        <p:nvSpPr>
          <p:cNvPr id="43" name="Text Placeholder 41">
            <a:extLst>
              <a:ext uri="{FF2B5EF4-FFF2-40B4-BE49-F238E27FC236}">
                <a16:creationId xmlns:a16="http://schemas.microsoft.com/office/drawing/2014/main" id="{774AB14C-8180-46D4-84A0-DAF722AEF8B8}"/>
              </a:ext>
            </a:extLst>
          </p:cNvPr>
          <p:cNvSpPr>
            <a:spLocks noGrp="1"/>
          </p:cNvSpPr>
          <p:nvPr>
            <p:ph type="body" sz="quarter" idx="17"/>
          </p:nvPr>
        </p:nvSpPr>
        <p:spPr>
          <a:xfrm>
            <a:off x="3719513" y="2989263"/>
            <a:ext cx="2739600" cy="3065462"/>
          </a:xfrm>
        </p:spPr>
        <p:txBody>
          <a:bodyPr>
            <a:noAutofit/>
          </a:bodyPr>
          <a:lstStyle>
            <a:lvl1pPr>
              <a:lnSpc>
                <a:spcPct val="110000"/>
              </a:lnSpc>
              <a:spcAft>
                <a:spcPts val="2600"/>
              </a:spcAft>
              <a:defRPr sz="1300">
                <a:solidFill>
                  <a:schemeClr val="tx1"/>
                </a:solidFill>
              </a:defRPr>
            </a:lvl1pPr>
            <a:lvl2pPr>
              <a:lnSpc>
                <a:spcPct val="110000"/>
              </a:lnSpc>
              <a:spcAft>
                <a:spcPts val="2600"/>
              </a:spcAft>
              <a:defRPr sz="1100">
                <a:solidFill>
                  <a:schemeClr val="tx1"/>
                </a:solidFill>
              </a:defRPr>
            </a:lvl2pPr>
          </a:lstStyle>
          <a:p>
            <a:pPr lvl="0"/>
            <a:r>
              <a:rPr lang="en-GB"/>
              <a:t>Click to edit Master text styles</a:t>
            </a:r>
          </a:p>
          <a:p>
            <a:pPr lvl="1"/>
            <a:r>
              <a:rPr lang="en-GB"/>
              <a:t>Second level</a:t>
            </a:r>
          </a:p>
        </p:txBody>
      </p:sp>
      <p:sp>
        <p:nvSpPr>
          <p:cNvPr id="6" name="Picture Placeholder 6">
            <a:extLst>
              <a:ext uri="{FF2B5EF4-FFF2-40B4-BE49-F238E27FC236}">
                <a16:creationId xmlns:a16="http://schemas.microsoft.com/office/drawing/2014/main" id="{FCECB0C1-3501-458F-A7DD-27153BB909C5}"/>
              </a:ext>
            </a:extLst>
          </p:cNvPr>
          <p:cNvSpPr>
            <a:spLocks noGrp="1"/>
          </p:cNvSpPr>
          <p:nvPr>
            <p:ph type="pic" sz="quarter" idx="12" hasCustomPrompt="1"/>
          </p:nvPr>
        </p:nvSpPr>
        <p:spPr>
          <a:xfrm>
            <a:off x="6826778" y="-501650"/>
            <a:ext cx="5130800" cy="5130800"/>
          </a:xfrm>
          <a:prstGeom prst="ellipse">
            <a:avLst/>
          </a:prstGeom>
          <a:solidFill>
            <a:schemeClr val="accent5"/>
          </a:solidFill>
        </p:spPr>
        <p:txBody>
          <a:bodyPr lIns="0" tIns="108000" rIns="0"/>
          <a:lstStyle>
            <a:lvl1pPr algn="ctr">
              <a:defRPr/>
            </a:lvl1pPr>
          </a:lstStyle>
          <a:p>
            <a:r>
              <a:rPr lang="en-AU"/>
              <a:t>Insert picture here</a:t>
            </a:r>
          </a:p>
        </p:txBody>
      </p:sp>
      <p:sp>
        <p:nvSpPr>
          <p:cNvPr id="10" name="Text Placeholder 234">
            <a:extLst>
              <a:ext uri="{FF2B5EF4-FFF2-40B4-BE49-F238E27FC236}">
                <a16:creationId xmlns:a16="http://schemas.microsoft.com/office/drawing/2014/main" id="{DC023074-07C2-41EB-B6C0-64904823981B}"/>
              </a:ext>
            </a:extLst>
          </p:cNvPr>
          <p:cNvSpPr>
            <a:spLocks noGrp="1"/>
          </p:cNvSpPr>
          <p:nvPr>
            <p:ph type="body" sz="quarter" idx="15" hasCustomPrompt="1"/>
          </p:nvPr>
        </p:nvSpPr>
        <p:spPr>
          <a:xfrm>
            <a:off x="425170" y="890953"/>
            <a:ext cx="5489855" cy="830997"/>
          </a:xfrm>
          <a:prstGeom prst="rect">
            <a:avLst/>
          </a:prstGeom>
        </p:spPr>
        <p:txBody>
          <a:bodyPr wrap="square" lIns="0" tIns="0" rIns="0" bIns="0">
            <a:spAutoFit/>
          </a:bodyPr>
          <a:lstStyle>
            <a:lvl1pPr>
              <a:lnSpc>
                <a:spcPct val="90000"/>
              </a:lnSpc>
              <a:defRPr sz="3000" b="1" i="0">
                <a:latin typeface="Arial" panose="020B0604020202020204" pitchFamily="34" charset="0"/>
              </a:defRPr>
            </a:lvl1pPr>
          </a:lstStyle>
          <a:p>
            <a:pPr lvl="0"/>
            <a:r>
              <a:rPr lang="en-US"/>
              <a:t>Title goes here </a:t>
            </a:r>
            <a:br>
              <a:rPr lang="en-US"/>
            </a:br>
            <a:r>
              <a:rPr lang="en-US"/>
              <a:t>in few lines</a:t>
            </a:r>
          </a:p>
        </p:txBody>
      </p:sp>
      <p:sp>
        <p:nvSpPr>
          <p:cNvPr id="11" name="Footer Placeholder 36">
            <a:extLst>
              <a:ext uri="{FF2B5EF4-FFF2-40B4-BE49-F238E27FC236}">
                <a16:creationId xmlns:a16="http://schemas.microsoft.com/office/drawing/2014/main" id="{7CDACD6B-9390-410E-9A59-F68591E05D5A}"/>
              </a:ext>
            </a:extLst>
          </p:cNvPr>
          <p:cNvSpPr>
            <a:spLocks noGrp="1"/>
          </p:cNvSpPr>
          <p:nvPr>
            <p:ph type="ftr" sz="quarter" idx="3"/>
          </p:nvPr>
        </p:nvSpPr>
        <p:spPr>
          <a:xfrm>
            <a:off x="8888413" y="6449910"/>
            <a:ext cx="2497138" cy="139898"/>
          </a:xfrm>
          <a:prstGeom prst="rect">
            <a:avLst/>
          </a:prstGeom>
        </p:spPr>
        <p:txBody>
          <a:bodyPr vert="horz" wrap="square" lIns="0" tIns="0" rIns="0" bIns="0" rtlCol="0" anchor="ctr">
            <a:noAutofit/>
          </a:bodyPr>
          <a:lstStyle>
            <a:lvl1pPr algn="l">
              <a:defRPr sz="900" b="0" i="0">
                <a:solidFill>
                  <a:schemeClr val="tx1">
                    <a:alpha val="70000"/>
                  </a:schemeClr>
                </a:solidFill>
                <a:latin typeface="Arial" panose="020B0604020202020204" pitchFamily="34" charset="0"/>
              </a:defRPr>
            </a:lvl1pPr>
          </a:lstStyle>
          <a:p>
            <a:r>
              <a:rPr lang="en-AU"/>
              <a:t>Presentation Name</a:t>
            </a:r>
          </a:p>
        </p:txBody>
      </p:sp>
      <p:sp>
        <p:nvSpPr>
          <p:cNvPr id="2" name="Text Placeholder 17">
            <a:extLst>
              <a:ext uri="{FF2B5EF4-FFF2-40B4-BE49-F238E27FC236}">
                <a16:creationId xmlns:a16="http://schemas.microsoft.com/office/drawing/2014/main" id="{B591AFA2-4F60-E20E-4EBB-B88782E98A5C}"/>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Click to add sources</a:t>
            </a:r>
            <a:endParaRPr lang="en-US"/>
          </a:p>
        </p:txBody>
      </p:sp>
      <p:sp>
        <p:nvSpPr>
          <p:cNvPr id="3" name="Slide Number Placeholder 2">
            <a:extLst>
              <a:ext uri="{FF2B5EF4-FFF2-40B4-BE49-F238E27FC236}">
                <a16:creationId xmlns:a16="http://schemas.microsoft.com/office/drawing/2014/main" id="{A2198E61-45C8-CF06-F440-18BB8B9E9F5A}"/>
              </a:ext>
            </a:extLst>
          </p:cNvPr>
          <p:cNvSpPr>
            <a:spLocks noGrp="1"/>
          </p:cNvSpPr>
          <p:nvPr>
            <p:ph type="sldNum" sz="quarter" idx="24"/>
          </p:nvPr>
        </p:nvSpPr>
        <p:spPr>
          <a:xfrm>
            <a:off x="11533088" y="6449910"/>
            <a:ext cx="216000" cy="140400"/>
          </a:xfrm>
        </p:spPr>
        <p:txBody>
          <a:bodyPr/>
          <a:lstStyle/>
          <a:p>
            <a:fld id="{EF2F7A32-C1EA-4F7E-B0A2-7FCB5BFE90DE}" type="slidenum">
              <a:rPr lang="en-AU" smtClean="0"/>
              <a:pPr/>
              <a:t>‹#›</a:t>
            </a:fld>
            <a:endParaRPr lang="en-AU"/>
          </a:p>
        </p:txBody>
      </p:sp>
    </p:spTree>
    <p:extLst>
      <p:ext uri="{BB962C8B-B14F-4D97-AF65-F5344CB8AC3E}">
        <p14:creationId xmlns:p14="http://schemas.microsoft.com/office/powerpoint/2010/main" val="14508454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s + text 13">
    <p:bg>
      <p:bgPr>
        <a:solidFill>
          <a:schemeClr val="bg1"/>
        </a:solidFill>
        <a:effectLst/>
      </p:bgPr>
    </p:bg>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903B7FBE-AFC0-4E15-ACDD-FFCFC8F059B0}"/>
              </a:ext>
            </a:extLst>
          </p:cNvPr>
          <p:cNvSpPr>
            <a:spLocks noGrp="1"/>
          </p:cNvSpPr>
          <p:nvPr>
            <p:ph type="pic" sz="quarter" idx="13" hasCustomPrompt="1"/>
          </p:nvPr>
        </p:nvSpPr>
        <p:spPr>
          <a:xfrm>
            <a:off x="4758058" y="2370667"/>
            <a:ext cx="2566800" cy="2566800"/>
          </a:xfrm>
          <a:prstGeom prst="ellipse">
            <a:avLst/>
          </a:prstGeom>
          <a:solidFill>
            <a:schemeClr val="accent5"/>
          </a:solidFill>
        </p:spPr>
        <p:txBody>
          <a:bodyPr lIns="0" tIns="108000" rIns="0"/>
          <a:lstStyle>
            <a:lvl1pPr algn="ctr">
              <a:defRPr/>
            </a:lvl1pPr>
          </a:lstStyle>
          <a:p>
            <a:r>
              <a:rPr lang="en-AU"/>
              <a:t>Insert picture here</a:t>
            </a:r>
          </a:p>
        </p:txBody>
      </p:sp>
      <p:sp>
        <p:nvSpPr>
          <p:cNvPr id="10" name="Picture Placeholder 6">
            <a:extLst>
              <a:ext uri="{FF2B5EF4-FFF2-40B4-BE49-F238E27FC236}">
                <a16:creationId xmlns:a16="http://schemas.microsoft.com/office/drawing/2014/main" id="{F2A0BEEA-70B2-4E55-A13D-469C87C0D842}"/>
              </a:ext>
            </a:extLst>
          </p:cNvPr>
          <p:cNvSpPr>
            <a:spLocks noGrp="1"/>
          </p:cNvSpPr>
          <p:nvPr>
            <p:ph type="pic" sz="quarter" idx="14" hasCustomPrompt="1"/>
          </p:nvPr>
        </p:nvSpPr>
        <p:spPr>
          <a:xfrm>
            <a:off x="8852882" y="2370667"/>
            <a:ext cx="2566800" cy="2566800"/>
          </a:xfrm>
          <a:prstGeom prst="ellipse">
            <a:avLst/>
          </a:prstGeom>
          <a:solidFill>
            <a:schemeClr val="accent5"/>
          </a:solidFill>
        </p:spPr>
        <p:txBody>
          <a:bodyPr lIns="0" tIns="108000" rIns="0"/>
          <a:lstStyle>
            <a:lvl1pPr algn="ctr">
              <a:defRPr/>
            </a:lvl1pPr>
          </a:lstStyle>
          <a:p>
            <a:r>
              <a:rPr lang="en-AU"/>
              <a:t>Insert picture here</a:t>
            </a:r>
          </a:p>
        </p:txBody>
      </p:sp>
      <p:sp>
        <p:nvSpPr>
          <p:cNvPr id="2" name="Title 1">
            <a:extLst>
              <a:ext uri="{FF2B5EF4-FFF2-40B4-BE49-F238E27FC236}">
                <a16:creationId xmlns:a16="http://schemas.microsoft.com/office/drawing/2014/main" id="{FAE1C28B-9EF2-4E83-9EA3-38316A10928A}"/>
              </a:ext>
            </a:extLst>
          </p:cNvPr>
          <p:cNvSpPr>
            <a:spLocks noGrp="1"/>
          </p:cNvSpPr>
          <p:nvPr>
            <p:ph type="title" hasCustomPrompt="1"/>
          </p:nvPr>
        </p:nvSpPr>
        <p:spPr>
          <a:xfrm>
            <a:off x="442914" y="754064"/>
            <a:ext cx="8445500" cy="799569"/>
          </a:xfrm>
        </p:spPr>
        <p:txBody>
          <a:bodyPr anchor="b"/>
          <a:lstStyle>
            <a:lvl1pPr>
              <a:defRPr/>
            </a:lvl1pPr>
          </a:lstStyle>
          <a:p>
            <a:r>
              <a:rPr lang="en-US"/>
              <a:t>Title goes here</a:t>
            </a:r>
            <a:endParaRPr lang="en-AU"/>
          </a:p>
        </p:txBody>
      </p:sp>
      <p:sp>
        <p:nvSpPr>
          <p:cNvPr id="5" name="Picture Placeholder 6">
            <a:extLst>
              <a:ext uri="{FF2B5EF4-FFF2-40B4-BE49-F238E27FC236}">
                <a16:creationId xmlns:a16="http://schemas.microsoft.com/office/drawing/2014/main" id="{3865AFB6-39E1-42F7-B3C3-3BA2A3A42585}"/>
              </a:ext>
            </a:extLst>
          </p:cNvPr>
          <p:cNvSpPr>
            <a:spLocks noGrp="1"/>
          </p:cNvSpPr>
          <p:nvPr>
            <p:ph type="pic" sz="quarter" idx="12" hasCustomPrompt="1"/>
          </p:nvPr>
        </p:nvSpPr>
        <p:spPr>
          <a:xfrm>
            <a:off x="664634" y="2370667"/>
            <a:ext cx="2566800" cy="2566800"/>
          </a:xfrm>
          <a:prstGeom prst="ellipse">
            <a:avLst/>
          </a:prstGeom>
          <a:solidFill>
            <a:schemeClr val="accent5"/>
          </a:solidFill>
        </p:spPr>
        <p:txBody>
          <a:bodyPr lIns="0" tIns="108000" rIns="0"/>
          <a:lstStyle>
            <a:lvl1pPr algn="ctr">
              <a:defRPr/>
            </a:lvl1pPr>
          </a:lstStyle>
          <a:p>
            <a:r>
              <a:rPr lang="en-AU"/>
              <a:t>Insert picture here</a:t>
            </a:r>
          </a:p>
        </p:txBody>
      </p:sp>
      <p:sp>
        <p:nvSpPr>
          <p:cNvPr id="14" name="Text Placeholder 41">
            <a:extLst>
              <a:ext uri="{FF2B5EF4-FFF2-40B4-BE49-F238E27FC236}">
                <a16:creationId xmlns:a16="http://schemas.microsoft.com/office/drawing/2014/main" id="{AE99D108-669E-48B6-ADF8-2C14578F5218}"/>
              </a:ext>
            </a:extLst>
          </p:cNvPr>
          <p:cNvSpPr>
            <a:spLocks noGrp="1"/>
          </p:cNvSpPr>
          <p:nvPr>
            <p:ph type="body" sz="quarter" idx="29" hasCustomPrompt="1"/>
          </p:nvPr>
        </p:nvSpPr>
        <p:spPr>
          <a:xfrm>
            <a:off x="450176" y="5343421"/>
            <a:ext cx="2995716" cy="711304"/>
          </a:xfrm>
        </p:spPr>
        <p:txBody>
          <a:bodyPr wrap="square">
            <a:noAutofit/>
          </a:bodyPr>
          <a:lstStyle>
            <a:lvl1pPr algn="ctr">
              <a:lnSpc>
                <a:spcPct val="100000"/>
              </a:lnSpc>
              <a:spcAft>
                <a:spcPts val="0"/>
              </a:spcAft>
              <a:defRPr sz="1100" b="0" i="0">
                <a:solidFill>
                  <a:schemeClr val="tx1"/>
                </a:solidFill>
                <a:latin typeface="Arial" panose="020B0604020202020204" pitchFamily="34" charset="0"/>
              </a:defRPr>
            </a:lvl1pPr>
            <a:lvl2pPr>
              <a:lnSpc>
                <a:spcPct val="110000"/>
              </a:lnSpc>
              <a:spcAft>
                <a:spcPts val="200"/>
              </a:spcAft>
              <a:defRPr sz="900">
                <a:solidFill>
                  <a:schemeClr val="tx1"/>
                </a:solidFill>
              </a:defRPr>
            </a:lvl2pPr>
          </a:lstStyle>
          <a:p>
            <a:pPr lvl="0"/>
            <a:r>
              <a:rPr lang="en-US"/>
              <a:t>Disclaimer goes here</a:t>
            </a:r>
          </a:p>
        </p:txBody>
      </p:sp>
      <p:sp>
        <p:nvSpPr>
          <p:cNvPr id="15" name="Text Placeholder 41">
            <a:extLst>
              <a:ext uri="{FF2B5EF4-FFF2-40B4-BE49-F238E27FC236}">
                <a16:creationId xmlns:a16="http://schemas.microsoft.com/office/drawing/2014/main" id="{356E3B70-6237-4537-B4D5-D86C83314D87}"/>
              </a:ext>
            </a:extLst>
          </p:cNvPr>
          <p:cNvSpPr>
            <a:spLocks noGrp="1"/>
          </p:cNvSpPr>
          <p:nvPr>
            <p:ph type="body" sz="quarter" idx="30" hasCustomPrompt="1"/>
          </p:nvPr>
        </p:nvSpPr>
        <p:spPr>
          <a:xfrm>
            <a:off x="4543600" y="5343421"/>
            <a:ext cx="2995716" cy="711304"/>
          </a:xfrm>
        </p:spPr>
        <p:txBody>
          <a:bodyPr wrap="square">
            <a:noAutofit/>
          </a:bodyPr>
          <a:lstStyle>
            <a:lvl1pPr algn="ctr">
              <a:lnSpc>
                <a:spcPct val="100000"/>
              </a:lnSpc>
              <a:spcAft>
                <a:spcPts val="0"/>
              </a:spcAft>
              <a:defRPr sz="1100" b="0" i="0">
                <a:solidFill>
                  <a:schemeClr val="tx1"/>
                </a:solidFill>
                <a:latin typeface="Arial" panose="020B0604020202020204" pitchFamily="34" charset="0"/>
              </a:defRPr>
            </a:lvl1pPr>
            <a:lvl2pPr>
              <a:lnSpc>
                <a:spcPct val="110000"/>
              </a:lnSpc>
              <a:spcAft>
                <a:spcPts val="200"/>
              </a:spcAft>
              <a:defRPr sz="900">
                <a:solidFill>
                  <a:schemeClr val="tx1"/>
                </a:solidFill>
              </a:defRPr>
            </a:lvl2pPr>
          </a:lstStyle>
          <a:p>
            <a:pPr lvl="0"/>
            <a:r>
              <a:rPr lang="en-US"/>
              <a:t>Disclaimer goes here</a:t>
            </a:r>
          </a:p>
        </p:txBody>
      </p:sp>
      <p:sp>
        <p:nvSpPr>
          <p:cNvPr id="16" name="Text Placeholder 41">
            <a:extLst>
              <a:ext uri="{FF2B5EF4-FFF2-40B4-BE49-F238E27FC236}">
                <a16:creationId xmlns:a16="http://schemas.microsoft.com/office/drawing/2014/main" id="{630EB7F0-7F9A-48A2-935F-5CF089FB7E31}"/>
              </a:ext>
            </a:extLst>
          </p:cNvPr>
          <p:cNvSpPr>
            <a:spLocks noGrp="1"/>
          </p:cNvSpPr>
          <p:nvPr>
            <p:ph type="body" sz="quarter" idx="31" hasCustomPrompt="1"/>
          </p:nvPr>
        </p:nvSpPr>
        <p:spPr>
          <a:xfrm>
            <a:off x="8637024" y="5343421"/>
            <a:ext cx="2995716" cy="711304"/>
          </a:xfrm>
        </p:spPr>
        <p:txBody>
          <a:bodyPr wrap="square">
            <a:noAutofit/>
          </a:bodyPr>
          <a:lstStyle>
            <a:lvl1pPr algn="ctr">
              <a:lnSpc>
                <a:spcPct val="100000"/>
              </a:lnSpc>
              <a:spcAft>
                <a:spcPts val="0"/>
              </a:spcAft>
              <a:defRPr sz="1100" b="0" i="0">
                <a:solidFill>
                  <a:schemeClr val="tx1"/>
                </a:solidFill>
                <a:latin typeface="Arial" panose="020B0604020202020204" pitchFamily="34" charset="0"/>
              </a:defRPr>
            </a:lvl1pPr>
            <a:lvl2pPr>
              <a:lnSpc>
                <a:spcPct val="110000"/>
              </a:lnSpc>
              <a:spcAft>
                <a:spcPts val="200"/>
              </a:spcAft>
              <a:defRPr sz="900">
                <a:solidFill>
                  <a:schemeClr val="tx1"/>
                </a:solidFill>
              </a:defRPr>
            </a:lvl2pPr>
          </a:lstStyle>
          <a:p>
            <a:pPr lvl="0"/>
            <a:r>
              <a:rPr lang="en-US"/>
              <a:t>Disclaimer goes here</a:t>
            </a:r>
          </a:p>
        </p:txBody>
      </p:sp>
      <p:sp>
        <p:nvSpPr>
          <p:cNvPr id="12" name="Footer Placeholder 36">
            <a:extLst>
              <a:ext uri="{FF2B5EF4-FFF2-40B4-BE49-F238E27FC236}">
                <a16:creationId xmlns:a16="http://schemas.microsoft.com/office/drawing/2014/main" id="{FBC98637-3FEC-439E-968E-7EA5AA64A432}"/>
              </a:ext>
            </a:extLst>
          </p:cNvPr>
          <p:cNvSpPr>
            <a:spLocks noGrp="1"/>
          </p:cNvSpPr>
          <p:nvPr>
            <p:ph type="ftr" sz="quarter" idx="3"/>
          </p:nvPr>
        </p:nvSpPr>
        <p:spPr>
          <a:xfrm>
            <a:off x="8888413" y="6449910"/>
            <a:ext cx="2497138" cy="139898"/>
          </a:xfrm>
          <a:prstGeom prst="rect">
            <a:avLst/>
          </a:prstGeom>
        </p:spPr>
        <p:txBody>
          <a:bodyPr vert="horz" wrap="square" lIns="0" tIns="0" rIns="0" bIns="0" rtlCol="0" anchor="ctr">
            <a:noAutofit/>
          </a:bodyPr>
          <a:lstStyle>
            <a:lvl1pPr algn="l">
              <a:defRPr sz="900" b="0" i="0">
                <a:solidFill>
                  <a:schemeClr val="tx1">
                    <a:alpha val="70000"/>
                  </a:schemeClr>
                </a:solidFill>
                <a:latin typeface="Arial" panose="020B0604020202020204" pitchFamily="34" charset="0"/>
              </a:defRPr>
            </a:lvl1pPr>
          </a:lstStyle>
          <a:p>
            <a:r>
              <a:rPr lang="en-AU"/>
              <a:t>Presentation Name</a:t>
            </a:r>
          </a:p>
        </p:txBody>
      </p:sp>
      <p:sp>
        <p:nvSpPr>
          <p:cNvPr id="3" name="Text Placeholder 17">
            <a:extLst>
              <a:ext uri="{FF2B5EF4-FFF2-40B4-BE49-F238E27FC236}">
                <a16:creationId xmlns:a16="http://schemas.microsoft.com/office/drawing/2014/main" id="{34E8E6E1-F32B-BA92-DED8-42118DB22444}"/>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Click to add sources</a:t>
            </a:r>
            <a:endParaRPr lang="en-US"/>
          </a:p>
        </p:txBody>
      </p:sp>
      <p:sp>
        <p:nvSpPr>
          <p:cNvPr id="4" name="Slide Number Placeholder 2">
            <a:extLst>
              <a:ext uri="{FF2B5EF4-FFF2-40B4-BE49-F238E27FC236}">
                <a16:creationId xmlns:a16="http://schemas.microsoft.com/office/drawing/2014/main" id="{3FAE8E7B-45FB-A8E0-9CF8-92B5D896127B}"/>
              </a:ext>
            </a:extLst>
          </p:cNvPr>
          <p:cNvSpPr>
            <a:spLocks noGrp="1"/>
          </p:cNvSpPr>
          <p:nvPr>
            <p:ph type="sldNum" sz="quarter" idx="17"/>
          </p:nvPr>
        </p:nvSpPr>
        <p:spPr>
          <a:xfrm>
            <a:off x="11533088" y="6449910"/>
            <a:ext cx="216000" cy="140400"/>
          </a:xfrm>
        </p:spPr>
        <p:txBody>
          <a:bodyPr/>
          <a:lstStyle/>
          <a:p>
            <a:fld id="{EF2F7A32-C1EA-4F7E-B0A2-7FCB5BFE90DE}" type="slidenum">
              <a:rPr lang="en-AU" smtClean="0"/>
              <a:pPr/>
              <a:t>‹#›</a:t>
            </a:fld>
            <a:endParaRPr lang="en-AU"/>
          </a:p>
        </p:txBody>
      </p:sp>
    </p:spTree>
    <p:extLst>
      <p:ext uri="{BB962C8B-B14F-4D97-AF65-F5344CB8AC3E}">
        <p14:creationId xmlns:p14="http://schemas.microsoft.com/office/powerpoint/2010/main" val="7510769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1 Column_right">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0" y="1195753"/>
            <a:ext cx="3397529" cy="1828193"/>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in few lines.</a:t>
            </a:r>
          </a:p>
        </p:txBody>
      </p:sp>
      <p:sp>
        <p:nvSpPr>
          <p:cNvPr id="9" name="Text Placeholder 41">
            <a:extLst>
              <a:ext uri="{FF2B5EF4-FFF2-40B4-BE49-F238E27FC236}">
                <a16:creationId xmlns:a16="http://schemas.microsoft.com/office/drawing/2014/main" id="{DA4638FA-D9D1-4F58-A527-11F80A7B38CC}"/>
              </a:ext>
            </a:extLst>
          </p:cNvPr>
          <p:cNvSpPr>
            <a:spLocks noGrp="1"/>
          </p:cNvSpPr>
          <p:nvPr>
            <p:ph type="body" sz="quarter" idx="18"/>
          </p:nvPr>
        </p:nvSpPr>
        <p:spPr>
          <a:xfrm>
            <a:off x="5213033" y="1195752"/>
            <a:ext cx="4057967" cy="3947748"/>
          </a:xfrm>
        </p:spPr>
        <p:txBody>
          <a:bodyPr wrap="square">
            <a:noAutofit/>
          </a:bodyPr>
          <a:lstStyle>
            <a:lvl1pPr>
              <a:lnSpc>
                <a:spcPct val="110000"/>
              </a:lnSpc>
              <a:spcBef>
                <a:spcPts val="0"/>
              </a:spcBef>
              <a:spcAft>
                <a:spcPts val="1500"/>
              </a:spcAft>
              <a:defRPr sz="1300">
                <a:solidFill>
                  <a:schemeClr val="tx1"/>
                </a:solidFill>
              </a:defRPr>
            </a:lvl1pPr>
            <a:lvl2pPr>
              <a:lnSpc>
                <a:spcPct val="110000"/>
              </a:lnSpc>
              <a:spcAft>
                <a:spcPts val="1200"/>
              </a:spcAft>
              <a:defRPr sz="1100">
                <a:solidFill>
                  <a:schemeClr val="tx1"/>
                </a:solidFill>
              </a:defRPr>
            </a:lvl2pPr>
          </a:lstStyle>
          <a:p>
            <a:pPr lvl="0"/>
            <a:r>
              <a:rPr lang="en-US"/>
              <a:t>Edit Master text styles</a:t>
            </a:r>
          </a:p>
          <a:p>
            <a:pPr lvl="1"/>
            <a:r>
              <a:rPr lang="en-US"/>
              <a:t>Second level</a:t>
            </a:r>
          </a:p>
        </p:txBody>
      </p:sp>
      <p:sp>
        <p:nvSpPr>
          <p:cNvPr id="10" name="Footer Placeholder 36">
            <a:extLst>
              <a:ext uri="{FF2B5EF4-FFF2-40B4-BE49-F238E27FC236}">
                <a16:creationId xmlns:a16="http://schemas.microsoft.com/office/drawing/2014/main" id="{4D37904F-7479-46A6-A4E3-24661AECC168}"/>
              </a:ext>
            </a:extLst>
          </p:cNvPr>
          <p:cNvSpPr>
            <a:spLocks noGrp="1"/>
          </p:cNvSpPr>
          <p:nvPr>
            <p:ph type="ftr" sz="quarter" idx="3"/>
          </p:nvPr>
        </p:nvSpPr>
        <p:spPr>
          <a:xfrm>
            <a:off x="8888413" y="6449910"/>
            <a:ext cx="2497138" cy="139898"/>
          </a:xfrm>
          <a:prstGeom prst="rect">
            <a:avLst/>
          </a:prstGeom>
        </p:spPr>
        <p:txBody>
          <a:bodyPr vert="horz" wrap="square" lIns="0" tIns="0" rIns="0" bIns="0" rtlCol="0" anchor="ctr">
            <a:noAutofit/>
          </a:bodyPr>
          <a:lstStyle>
            <a:lvl1pPr algn="l">
              <a:defRPr sz="900" b="0" i="0">
                <a:solidFill>
                  <a:schemeClr val="tx1">
                    <a:alpha val="70000"/>
                  </a:schemeClr>
                </a:solidFill>
                <a:latin typeface="Arial" panose="020B0604020202020204" pitchFamily="34" charset="0"/>
              </a:defRPr>
            </a:lvl1pPr>
          </a:lstStyle>
          <a:p>
            <a:r>
              <a:rPr lang="en-AU"/>
              <a:t>Presentation Name</a:t>
            </a:r>
          </a:p>
        </p:txBody>
      </p:sp>
      <p:sp>
        <p:nvSpPr>
          <p:cNvPr id="3" name="Text Placeholder 17">
            <a:extLst>
              <a:ext uri="{FF2B5EF4-FFF2-40B4-BE49-F238E27FC236}">
                <a16:creationId xmlns:a16="http://schemas.microsoft.com/office/drawing/2014/main" id="{E3950A68-1537-A6BD-3B3C-18362442EE08}"/>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Click to add sources</a:t>
            </a:r>
            <a:endParaRPr lang="en-US"/>
          </a:p>
        </p:txBody>
      </p:sp>
      <p:sp>
        <p:nvSpPr>
          <p:cNvPr id="4" name="Slide Number Placeholder 2">
            <a:extLst>
              <a:ext uri="{FF2B5EF4-FFF2-40B4-BE49-F238E27FC236}">
                <a16:creationId xmlns:a16="http://schemas.microsoft.com/office/drawing/2014/main" id="{54E92ABC-052D-2827-738E-829DD7BB48CC}"/>
              </a:ext>
            </a:extLst>
          </p:cNvPr>
          <p:cNvSpPr>
            <a:spLocks noGrp="1"/>
          </p:cNvSpPr>
          <p:nvPr>
            <p:ph type="sldNum" sz="quarter" idx="17"/>
          </p:nvPr>
        </p:nvSpPr>
        <p:spPr>
          <a:xfrm>
            <a:off x="11533088" y="6449910"/>
            <a:ext cx="216000" cy="140400"/>
          </a:xfrm>
        </p:spPr>
        <p:txBody>
          <a:bodyPr/>
          <a:lstStyle/>
          <a:p>
            <a:fld id="{EF2F7A32-C1EA-4F7E-B0A2-7FCB5BFE90DE}" type="slidenum">
              <a:rPr lang="en-AU" smtClean="0"/>
              <a:pPr/>
              <a:t>‹#›</a:t>
            </a:fld>
            <a:endParaRPr lang="en-AU"/>
          </a:p>
        </p:txBody>
      </p:sp>
    </p:spTree>
    <p:extLst>
      <p:ext uri="{BB962C8B-B14F-4D97-AF65-F5344CB8AC3E}">
        <p14:creationId xmlns:p14="http://schemas.microsoft.com/office/powerpoint/2010/main" val="11920855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31B3EAD2-4A76-2D87-70A3-CA3A543A87DD}"/>
              </a:ext>
            </a:extLst>
          </p:cNvPr>
          <p:cNvSpPr>
            <a:spLocks noGrp="1"/>
          </p:cNvSpPr>
          <p:nvPr>
            <p:ph type="sldNum" sz="quarter" idx="17"/>
          </p:nvPr>
        </p:nvSpPr>
        <p:spPr>
          <a:xfrm>
            <a:off x="11533088" y="6449910"/>
            <a:ext cx="216000" cy="140400"/>
          </a:xfrm>
        </p:spPr>
        <p:txBody>
          <a:bodyPr/>
          <a:lstStyle/>
          <a:p>
            <a:fld id="{EF2F7A32-C1EA-4F7E-B0A2-7FCB5BFE90DE}" type="slidenum">
              <a:rPr lang="en-AU" smtClean="0"/>
              <a:pPr/>
              <a:t>‹#›</a:t>
            </a:fld>
            <a:endParaRPr lang="en-AU"/>
          </a:p>
        </p:txBody>
      </p:sp>
      <p:sp>
        <p:nvSpPr>
          <p:cNvPr id="3" name="Footer Placeholder 2">
            <a:extLst>
              <a:ext uri="{FF2B5EF4-FFF2-40B4-BE49-F238E27FC236}">
                <a16:creationId xmlns:a16="http://schemas.microsoft.com/office/drawing/2014/main" id="{7448FE4B-6F19-9F1D-6CFC-C4383B382E97}"/>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4" name="Text Placeholder 17">
            <a:extLst>
              <a:ext uri="{FF2B5EF4-FFF2-40B4-BE49-F238E27FC236}">
                <a16:creationId xmlns:a16="http://schemas.microsoft.com/office/drawing/2014/main" id="{DD021938-25C6-4FCB-E20A-17BA6D2FD977}"/>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17740775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Statement slide 02">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195C82F-8391-45CA-796E-9C62809C45D9}"/>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41E22723-3CA5-0120-A19A-D1704A470896}"/>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FAC9D0D6-8246-112D-61AC-AE8523237617}"/>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A63D4AFD-3F4C-E496-59D9-409B8A3DC615}"/>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B8CF02CB-BDAA-F04E-A21A-8C23D17AFB70}"/>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F0C646F0-C695-82C9-8C7A-892686E89085}"/>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A07D49C5-AA9D-91E2-CF83-B273FA169A69}"/>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C17C82E7-6E9D-DF00-207A-42A90A1F42E2}"/>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Tree>
    <p:extLst>
      <p:ext uri="{BB962C8B-B14F-4D97-AF65-F5344CB8AC3E}">
        <p14:creationId xmlns:p14="http://schemas.microsoft.com/office/powerpoint/2010/main" val="2750537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Shape 54"/>
        <p:cNvGrpSpPr/>
        <p:nvPr/>
      </p:nvGrpSpPr>
      <p:grpSpPr>
        <a:xfrm>
          <a:off x="0" y="0"/>
          <a:ext cx="0" cy="0"/>
          <a:chOff x="0" y="0"/>
          <a:chExt cx="0" cy="0"/>
        </a:xfrm>
      </p:grpSpPr>
      <p:sp>
        <p:nvSpPr>
          <p:cNvPr id="55" name="Google Shape;55;p124"/>
          <p:cNvSpPr txBox="1">
            <a:spLocks noGrp="1"/>
          </p:cNvSpPr>
          <p:nvPr>
            <p:ph type="dt" idx="10"/>
          </p:nvPr>
        </p:nvSpPr>
        <p:spPr>
          <a:xfrm>
            <a:off x="1009076" y="6518989"/>
            <a:ext cx="883255" cy="123111"/>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atin typeface="+mj-l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467795F8-E7D1-4885-8E6F-AF166199FFC5}" type="datetime3">
              <a:rPr lang="en-US" smtClean="0"/>
              <a:pPr/>
              <a:t>20 February 2026</a:t>
            </a:fld>
            <a:endParaRPr lang="en-US"/>
          </a:p>
        </p:txBody>
      </p:sp>
      <p:sp>
        <p:nvSpPr>
          <p:cNvPr id="56" name="Google Shape;56;p124"/>
          <p:cNvSpPr txBox="1">
            <a:spLocks noGrp="1"/>
          </p:cNvSpPr>
          <p:nvPr>
            <p:ph type="ftr" idx="11"/>
          </p:nvPr>
        </p:nvSpPr>
        <p:spPr>
          <a:xfrm>
            <a:off x="7402100" y="6518990"/>
            <a:ext cx="4320000" cy="123111"/>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atin typeface="+mj-l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AU"/>
              <a:t>Insert Confidentiality Level in slide footer </a:t>
            </a:r>
          </a:p>
        </p:txBody>
      </p:sp>
      <p:sp>
        <p:nvSpPr>
          <p:cNvPr id="57" name="Google Shape;57;p124"/>
          <p:cNvSpPr txBox="1">
            <a:spLocks noGrp="1"/>
          </p:cNvSpPr>
          <p:nvPr>
            <p:ph type="sldNum" idx="12"/>
          </p:nvPr>
        </p:nvSpPr>
        <p:spPr>
          <a:xfrm>
            <a:off x="492426" y="6518990"/>
            <a:ext cx="389530" cy="123111"/>
          </a:xfrm>
          <a:prstGeom prst="rect">
            <a:avLst/>
          </a:prstGeom>
          <a:noFill/>
          <a:ln>
            <a:noFill/>
          </a:ln>
        </p:spPr>
        <p:txBody>
          <a:bodyPr spcFirstLastPara="1" wrap="square" lIns="0" tIns="0" rIns="0" bIns="0" anchor="ctr" anchorCtr="0">
            <a:spAutoFit/>
          </a:bodyPr>
          <a:lstStyle>
            <a:lvl1pPr marL="0" lvl="0" indent="0" algn="l">
              <a:spcBef>
                <a:spcPts val="0"/>
              </a:spcBef>
              <a:buNone/>
              <a:defRPr>
                <a:latin typeface="+mj-lt"/>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r>
              <a:rPr lang="en-AU">
                <a:cs typeface="Segoe UI" panose="020B0502040204020203" pitchFamily="34" charset="0"/>
              </a:rPr>
              <a:t>Page </a:t>
            </a:r>
            <a:fld id="{00000000-1234-1234-1234-123412341234}" type="slidenum">
              <a:rPr lang="en-AU" smtClean="0">
                <a:cs typeface="Segoe UI" panose="020B0502040204020203" pitchFamily="34" charset="0"/>
              </a:rPr>
              <a:pPr/>
              <a:t>‹#›</a:t>
            </a:fld>
            <a:endParaRPr>
              <a:cs typeface="Segoe UI" panose="020B0502040204020203" pitchFamily="34" charset="0"/>
            </a:endParaRPr>
          </a:p>
        </p:txBody>
      </p:sp>
      <p:sp>
        <p:nvSpPr>
          <p:cNvPr id="59" name="Google Shape;59;p124"/>
          <p:cNvSpPr txBox="1">
            <a:spLocks noGrp="1"/>
          </p:cNvSpPr>
          <p:nvPr>
            <p:ph type="body" idx="2"/>
          </p:nvPr>
        </p:nvSpPr>
        <p:spPr>
          <a:xfrm>
            <a:off x="492426" y="1828800"/>
            <a:ext cx="11229675" cy="4121150"/>
          </a:xfrm>
          <a:prstGeom prst="rect">
            <a:avLst/>
          </a:prstGeom>
          <a:noFill/>
          <a:ln>
            <a:noFill/>
          </a:ln>
        </p:spPr>
        <p:txBody>
          <a:bodyPr spcFirstLastPara="1" wrap="square" lIns="0" tIns="0" rIns="0" bIns="0" anchor="t" anchorCtr="0">
            <a:noAutofit/>
          </a:bodyPr>
          <a:lstStyle>
            <a:lvl1pPr marL="0" lvl="0" indent="0" algn="l">
              <a:lnSpc>
                <a:spcPct val="100000"/>
              </a:lnSpc>
              <a:spcBef>
                <a:spcPts val="600"/>
              </a:spcBef>
              <a:spcAft>
                <a:spcPts val="0"/>
              </a:spcAft>
              <a:buClr>
                <a:schemeClr val="dk1"/>
              </a:buClr>
              <a:buSzPts val="1800"/>
              <a:buNone/>
              <a:defRPr>
                <a:latin typeface="+mj-lt"/>
                <a:cs typeface="Segoe UI" panose="020B0502040204020203" pitchFamily="34" charset="0"/>
              </a:defRPr>
            </a:lvl1pPr>
            <a:lvl2pPr marL="914446" lvl="1" indent="-228611" algn="l">
              <a:lnSpc>
                <a:spcPct val="100000"/>
              </a:lnSpc>
              <a:spcBef>
                <a:spcPts val="600"/>
              </a:spcBef>
              <a:spcAft>
                <a:spcPts val="0"/>
              </a:spcAft>
              <a:buClr>
                <a:schemeClr val="dk1"/>
              </a:buClr>
              <a:buSzPts val="1800"/>
              <a:buNone/>
              <a:defRPr/>
            </a:lvl2pPr>
            <a:lvl3pPr marL="1371669" lvl="2" indent="-342917" algn="l">
              <a:lnSpc>
                <a:spcPct val="100000"/>
              </a:lnSpc>
              <a:spcBef>
                <a:spcPts val="600"/>
              </a:spcBef>
              <a:spcAft>
                <a:spcPts val="0"/>
              </a:spcAft>
              <a:buClr>
                <a:schemeClr val="dk1"/>
              </a:buClr>
              <a:buSzPts val="1800"/>
              <a:buChar char="•"/>
              <a:defRPr/>
            </a:lvl3pPr>
            <a:lvl4pPr marL="1828891" lvl="3" indent="-330217" algn="l">
              <a:lnSpc>
                <a:spcPct val="100000"/>
              </a:lnSpc>
              <a:spcBef>
                <a:spcPts val="600"/>
              </a:spcBef>
              <a:spcAft>
                <a:spcPts val="0"/>
              </a:spcAft>
              <a:buClr>
                <a:schemeClr val="dk1"/>
              </a:buClr>
              <a:buSzPts val="1600"/>
              <a:buChar char="–"/>
              <a:defRPr/>
            </a:lvl4pPr>
            <a:lvl5pPr marL="2286114" lvl="4" indent="-330217" algn="l">
              <a:lnSpc>
                <a:spcPct val="100000"/>
              </a:lnSpc>
              <a:spcBef>
                <a:spcPts val="600"/>
              </a:spcBef>
              <a:spcAft>
                <a:spcPts val="0"/>
              </a:spcAft>
              <a:buClr>
                <a:schemeClr val="dk1"/>
              </a:buClr>
              <a:buSzPts val="1600"/>
              <a:buChar char="•"/>
              <a:defRPr/>
            </a:lvl5pPr>
            <a:lvl6pPr marL="2743337" lvl="5" indent="-342917" algn="l">
              <a:lnSpc>
                <a:spcPct val="90000"/>
              </a:lnSpc>
              <a:spcBef>
                <a:spcPts val="500"/>
              </a:spcBef>
              <a:spcAft>
                <a:spcPts val="0"/>
              </a:spcAft>
              <a:buClr>
                <a:schemeClr val="dk1"/>
              </a:buClr>
              <a:buSzPts val="1800"/>
              <a:buChar char="•"/>
              <a:defRPr/>
            </a:lvl6pPr>
            <a:lvl7pPr marL="3200560" lvl="6" indent="-342917" algn="l">
              <a:lnSpc>
                <a:spcPct val="90000"/>
              </a:lnSpc>
              <a:spcBef>
                <a:spcPts val="500"/>
              </a:spcBef>
              <a:spcAft>
                <a:spcPts val="0"/>
              </a:spcAft>
              <a:buClr>
                <a:schemeClr val="dk1"/>
              </a:buClr>
              <a:buSzPts val="1800"/>
              <a:buChar char="•"/>
              <a:defRPr/>
            </a:lvl7pPr>
            <a:lvl8pPr marL="3657783" lvl="7" indent="-342917" algn="l">
              <a:lnSpc>
                <a:spcPct val="90000"/>
              </a:lnSpc>
              <a:spcBef>
                <a:spcPts val="500"/>
              </a:spcBef>
              <a:spcAft>
                <a:spcPts val="0"/>
              </a:spcAft>
              <a:buClr>
                <a:schemeClr val="dk1"/>
              </a:buClr>
              <a:buSzPts val="1800"/>
              <a:buChar char="•"/>
              <a:defRPr/>
            </a:lvl8pPr>
            <a:lvl9pPr marL="4115006" lvl="8" indent="-342917" algn="l">
              <a:lnSpc>
                <a:spcPct val="90000"/>
              </a:lnSpc>
              <a:spcBef>
                <a:spcPts val="500"/>
              </a:spcBef>
              <a:spcAft>
                <a:spcPts val="0"/>
              </a:spcAft>
              <a:buClr>
                <a:schemeClr val="dk1"/>
              </a:buClr>
              <a:buSzPts val="1800"/>
              <a:buChar char="•"/>
              <a:defRPr/>
            </a:lvl9pPr>
          </a:lstStyle>
          <a:p>
            <a:endParaRPr/>
          </a:p>
        </p:txBody>
      </p:sp>
      <p:sp>
        <p:nvSpPr>
          <p:cNvPr id="2" name="Google Shape;10;p115">
            <a:extLst>
              <a:ext uri="{FF2B5EF4-FFF2-40B4-BE49-F238E27FC236}">
                <a16:creationId xmlns:a16="http://schemas.microsoft.com/office/drawing/2014/main" id="{E763CC0C-DE8C-6096-D848-F94A83EE94F2}"/>
              </a:ext>
            </a:extLst>
          </p:cNvPr>
          <p:cNvSpPr txBox="1">
            <a:spLocks noGrp="1"/>
          </p:cNvSpPr>
          <p:nvPr>
            <p:ph type="title"/>
          </p:nvPr>
        </p:nvSpPr>
        <p:spPr>
          <a:xfrm>
            <a:off x="476250" y="489475"/>
            <a:ext cx="10287000" cy="418576"/>
          </a:xfrm>
          <a:prstGeom prst="rect">
            <a:avLst/>
          </a:prstGeom>
          <a:noFill/>
          <a:ln>
            <a:noFill/>
          </a:ln>
        </p:spPr>
        <p:txBody>
          <a:bodyPr spcFirstLastPara="1" wrap="square" lIns="0" tIns="0" rIns="0" bIns="0" anchor="t" anchorCtr="0">
            <a:spAutoFit/>
          </a:bodyPr>
          <a:lstStyle>
            <a:lvl1pPr marR="0" lvl="0" algn="l" rtl="0">
              <a:lnSpc>
                <a:spcPct val="85000"/>
              </a:lnSpc>
              <a:spcBef>
                <a:spcPts val="0"/>
              </a:spcBef>
              <a:spcAft>
                <a:spcPts val="0"/>
              </a:spcAft>
              <a:buClr>
                <a:schemeClr val="dk1"/>
              </a:buClr>
              <a:buSzPts val="3200"/>
              <a:buFont typeface="Arial"/>
              <a:buNone/>
              <a:defRPr sz="3200" b="0" i="0" u="none" strike="noStrike" cap="none">
                <a:solidFill>
                  <a:schemeClr val="bg2">
                    <a:lumMod val="50000"/>
                  </a:schemeClr>
                </a:solidFill>
                <a:latin typeface="+mj-lt"/>
                <a:ea typeface="Segoe UI" panose="020B0502040204020203" pitchFamily="34" charset="0"/>
                <a:cs typeface="Segoe UI" panose="020B0502040204020203" pitchFamily="34" charset="0"/>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 name="TextBox 2">
            <a:extLst>
              <a:ext uri="{FF2B5EF4-FFF2-40B4-BE49-F238E27FC236}">
                <a16:creationId xmlns:a16="http://schemas.microsoft.com/office/drawing/2014/main" id="{93206B02-87E5-F275-A239-E99F6B38EEBB}"/>
              </a:ext>
            </a:extLst>
          </p:cNvPr>
          <p:cNvSpPr txBox="1"/>
          <p:nvPr userDrawn="1">
            <p:extLst>
              <p:ext uri="{1162E1C5-73C7-4A58-AE30-91384D911F3F}">
                <p184:classification xmlns:p184="http://schemas.microsoft.com/office/powerpoint/2018/4/main" val="ftr"/>
              </p:ext>
            </p:extLst>
          </p:nvPr>
        </p:nvSpPr>
        <p:spPr>
          <a:xfrm>
            <a:off x="492426" y="6660533"/>
            <a:ext cx="717538" cy="153888"/>
          </a:xfrm>
          <a:prstGeom prst="rect">
            <a:avLst/>
          </a:prstGeom>
        </p:spPr>
        <p:txBody>
          <a:bodyPr horzOverflow="overflow" wrap="square" lIns="0" tIns="0" rIns="0" bIns="0">
            <a:spAutoFit/>
          </a:bodyPr>
          <a:lstStyle/>
          <a:p>
            <a:pPr algn="l"/>
            <a:r>
              <a:rPr lang="en-AU" sz="1000">
                <a:solidFill>
                  <a:srgbClr val="FF6600"/>
                </a:solidFill>
                <a:latin typeface="+mj-lt"/>
                <a:cs typeface="Calibri" panose="020F0502020204030204" pitchFamily="34" charset="0"/>
              </a:rPr>
              <a:t>Confidential</a:t>
            </a:r>
          </a:p>
        </p:txBody>
      </p:sp>
    </p:spTree>
    <p:extLst>
      <p:ext uri="{BB962C8B-B14F-4D97-AF65-F5344CB8AC3E}">
        <p14:creationId xmlns:p14="http://schemas.microsoft.com/office/powerpoint/2010/main" val="1517732813"/>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2642446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4"/>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5"/>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6"/>
            </p:custDataLst>
          </p:nvPr>
        </p:nvSpPr>
        <p:spPr>
          <a:xfrm>
            <a:off x="554736" y="172212"/>
            <a:ext cx="11082528" cy="731520"/>
          </a:xfrm>
          <a:prstGeom prst="rect">
            <a:avLst/>
          </a:prstGeom>
        </p:spPr>
        <p:txBody>
          <a:bodyPr vert="horz" wrap="square" lIns="0" tIns="0" rIns="0" bIns="0" rtlCol="0" anchor="b" anchorCtr="0">
            <a:no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42543042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Divi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DC8870-6F14-4967-89BF-F8AD3AE88D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4517" y="3207544"/>
            <a:ext cx="4611483" cy="442911"/>
          </a:xfrm>
          <a:prstGeom prst="rect">
            <a:avLst/>
          </a:prstGeom>
        </p:spPr>
      </p:pic>
    </p:spTree>
    <p:extLst>
      <p:ext uri="{BB962C8B-B14F-4D97-AF65-F5344CB8AC3E}">
        <p14:creationId xmlns:p14="http://schemas.microsoft.com/office/powerpoint/2010/main" val="14032433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over_coloured background">
    <p:bg>
      <p:bgPr>
        <a:solidFill>
          <a:schemeClr val="tx1"/>
        </a:solidFill>
        <a:effectLst/>
      </p:bgPr>
    </p:bg>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0" y="1477010"/>
            <a:ext cx="8342313" cy="2057400"/>
          </a:xfrm>
          <a:prstGeom prst="rect">
            <a:avLst/>
          </a:prstGeom>
        </p:spPr>
        <p:txBody>
          <a:bodyPr lIns="0" tIns="0" rIns="0" bIns="0" anchor="b">
            <a:noAutofit/>
          </a:bodyPr>
          <a:lstStyle>
            <a:lvl1pPr>
              <a:lnSpc>
                <a:spcPct val="90000"/>
              </a:lnSpc>
              <a:defRPr sz="6600" b="1" i="0">
                <a:solidFill>
                  <a:schemeClr val="bg1"/>
                </a:solidFill>
                <a:latin typeface="Arial" panose="020B0604020202020204" pitchFamily="34" charset="0"/>
              </a:defRPr>
            </a:lvl1pPr>
          </a:lstStyle>
          <a:p>
            <a:pPr lvl="0"/>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3743325"/>
            <a:ext cx="5789612" cy="609398"/>
          </a:xfrm>
          <a:prstGeom prst="rect">
            <a:avLst/>
          </a:prstGeom>
        </p:spPr>
        <p:txBody>
          <a:bodyPr lIns="0" tIns="0" rIns="0" bIns="0">
            <a:noAutofit/>
          </a:bodyPr>
          <a:lstStyle>
            <a:lvl1pPr>
              <a:lnSpc>
                <a:spcPct val="110000"/>
              </a:lnSpc>
              <a:defRPr sz="1800" b="0" i="0">
                <a:solidFill>
                  <a:schemeClr val="bg1"/>
                </a:solidFill>
                <a:latin typeface="Arial" panose="020B0604020202020204" pitchFamily="34" charset="0"/>
              </a:defRPr>
            </a:lvl1pPr>
          </a:lstStyle>
          <a:p>
            <a:pPr lvl="0"/>
            <a:r>
              <a:rPr lang="en-AU"/>
              <a:t>Subtitle goes here in few lines, and it’s always good to keep it short.</a:t>
            </a:r>
          </a:p>
        </p:txBody>
      </p:sp>
      <p:sp>
        <p:nvSpPr>
          <p:cNvPr id="2" name="Rectangle 1">
            <a:extLst>
              <a:ext uri="{FF2B5EF4-FFF2-40B4-BE49-F238E27FC236}">
                <a16:creationId xmlns:a16="http://schemas.microsoft.com/office/drawing/2014/main" id="{41EFDD10-83D2-BDC1-DE68-6F8403FB60E8}"/>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3" name="Rectangle 2">
            <a:extLst>
              <a:ext uri="{FF2B5EF4-FFF2-40B4-BE49-F238E27FC236}">
                <a16:creationId xmlns:a16="http://schemas.microsoft.com/office/drawing/2014/main" id="{DC49CB5C-1E18-CF61-D232-F5EC5F449A65}"/>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947CD1CD-2AB1-10F8-8D9D-510CE4ABA101}"/>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81124497-CFF1-2D6F-2CA4-4559E2E0093D}"/>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AB5E8642-4A0E-5FD0-3B9C-7986030D1D3F}"/>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371BE072-5EF7-7E08-23E5-FF67FA4184A7}"/>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B4B6BD58-E6AA-90BD-D53B-2927E56C2206}"/>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TextBox 10">
            <a:extLst>
              <a:ext uri="{FF2B5EF4-FFF2-40B4-BE49-F238E27FC236}">
                <a16:creationId xmlns:a16="http://schemas.microsoft.com/office/drawing/2014/main" id="{AA1308C8-8CAE-6EBB-5CD0-54B53DFB1B5C}"/>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4" name="Picture 2" descr="TPG Telecom logo in transparent PNG and vectorized SVG formats">
            <a:extLst>
              <a:ext uri="{FF2B5EF4-FFF2-40B4-BE49-F238E27FC236}">
                <a16:creationId xmlns:a16="http://schemas.microsoft.com/office/drawing/2014/main" id="{DB92F7AD-5077-CC3E-9C60-E6642253AE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0060" y="6147662"/>
            <a:ext cx="1158171" cy="309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15A95DEC-CF17-2021-F824-319D29B1BE26}"/>
              </a:ext>
            </a:extLst>
          </p:cNvPr>
          <p:cNvPicPr>
            <a:picLocks noChangeAspect="1"/>
          </p:cNvPicPr>
          <p:nvPr userDrawn="1"/>
        </p:nvPicPr>
        <p:blipFill>
          <a:blip r:embed="rId3"/>
          <a:srcRect/>
          <a:stretch/>
        </p:blipFill>
        <p:spPr>
          <a:xfrm>
            <a:off x="1836347" y="6160470"/>
            <a:ext cx="977873" cy="283984"/>
          </a:xfrm>
          <a:prstGeom prst="rect">
            <a:avLst/>
          </a:prstGeom>
        </p:spPr>
      </p:pic>
    </p:spTree>
    <p:extLst>
      <p:ext uri="{BB962C8B-B14F-4D97-AF65-F5344CB8AC3E}">
        <p14:creationId xmlns:p14="http://schemas.microsoft.com/office/powerpoint/2010/main" val="28575014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680">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Cover_coloured background">
    <p:bg>
      <p:bgPr>
        <a:solidFill>
          <a:schemeClr val="tx1"/>
        </a:solidFill>
        <a:effectLst/>
      </p:bgPr>
    </p:bg>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1" y="2011584"/>
            <a:ext cx="6819692" cy="2057400"/>
          </a:xfrm>
          <a:prstGeom prst="rect">
            <a:avLst/>
          </a:prstGeom>
        </p:spPr>
        <p:txBody>
          <a:bodyPr vert="horz" lIns="0" tIns="0" rIns="0" bIns="0" rtlCol="0" anchor="b">
            <a:noAutofit/>
          </a:bodyPr>
          <a:lstStyle>
            <a:lvl1pPr>
              <a:defRPr lang="en-US" sz="6600">
                <a:solidFill>
                  <a:schemeClr val="bg1"/>
                </a:solidFill>
              </a:defRPr>
            </a:lvl1pPr>
          </a:lstStyle>
          <a:p>
            <a:pPr lvl="0">
              <a:lnSpc>
                <a:spcPct val="90000"/>
              </a:lnSpc>
            </a:pPr>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4277899"/>
            <a:ext cx="5789612" cy="609398"/>
          </a:xfrm>
          <a:prstGeom prst="rect">
            <a:avLst/>
          </a:prstGeom>
        </p:spPr>
        <p:txBody>
          <a:bodyPr lIns="0" tIns="0" rIns="0" bIns="0">
            <a:noAutofit/>
          </a:bodyPr>
          <a:lstStyle>
            <a:lvl1pPr>
              <a:lnSpc>
                <a:spcPct val="110000"/>
              </a:lnSpc>
              <a:defRPr sz="1800" b="0" i="0">
                <a:solidFill>
                  <a:schemeClr val="bg1"/>
                </a:solidFill>
                <a:latin typeface="Arial" panose="020B0604020202020204" pitchFamily="34" charset="0"/>
              </a:defRPr>
            </a:lvl1pPr>
          </a:lstStyle>
          <a:p>
            <a:pPr lvl="0"/>
            <a:r>
              <a:rPr lang="en-AU"/>
              <a:t>Subtitle goes here in few lines, and it’s always good to keep it short.</a:t>
            </a:r>
          </a:p>
        </p:txBody>
      </p:sp>
      <p:pic>
        <p:nvPicPr>
          <p:cNvPr id="2" name="Picture 1">
            <a:extLst>
              <a:ext uri="{FF2B5EF4-FFF2-40B4-BE49-F238E27FC236}">
                <a16:creationId xmlns:a16="http://schemas.microsoft.com/office/drawing/2014/main" id="{3C6952D1-1EA2-EFDE-7131-D710D088BF8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44863" y="1195192"/>
            <a:ext cx="4640749" cy="4467617"/>
          </a:xfrm>
          <a:prstGeom prst="ellipse">
            <a:avLst/>
          </a:prstGeom>
        </p:spPr>
      </p:pic>
      <p:sp>
        <p:nvSpPr>
          <p:cNvPr id="4" name="Rectangle 3">
            <a:extLst>
              <a:ext uri="{FF2B5EF4-FFF2-40B4-BE49-F238E27FC236}">
                <a16:creationId xmlns:a16="http://schemas.microsoft.com/office/drawing/2014/main" id="{9FDF50F7-CDB0-B9E5-6CB1-C4C9E1285EF2}"/>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A8B526BE-C569-307D-0692-6A3FDA6D0AAF}"/>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273817D0-FC2C-7A52-CDD0-585629DDD146}"/>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12CD32FA-D7F2-6844-17FA-2D89166AC8E8}"/>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1138E0B9-A2F3-E150-290E-CCB039F75875}"/>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2D59300A-DC3E-9119-9EA8-F4335C068E4A}"/>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Rectangle 12">
            <a:extLst>
              <a:ext uri="{FF2B5EF4-FFF2-40B4-BE49-F238E27FC236}">
                <a16:creationId xmlns:a16="http://schemas.microsoft.com/office/drawing/2014/main" id="{64C3E263-0C38-A7DD-E5CA-E4F7939EA507}"/>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4" name="TextBox 13">
            <a:extLst>
              <a:ext uri="{FF2B5EF4-FFF2-40B4-BE49-F238E27FC236}">
                <a16:creationId xmlns:a16="http://schemas.microsoft.com/office/drawing/2014/main" id="{23115F54-B1FF-7E37-7FD3-DA8BD5C1B957}"/>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6" name="Picture 2" descr="TPG Telecom logo in transparent PNG and vectorized SVG formats">
            <a:extLst>
              <a:ext uri="{FF2B5EF4-FFF2-40B4-BE49-F238E27FC236}">
                <a16:creationId xmlns:a16="http://schemas.microsoft.com/office/drawing/2014/main" id="{B7E85E8B-08D5-D9C4-A670-F93EC6DEFC9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0060" y="6147662"/>
            <a:ext cx="1158171" cy="30960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261AC9F2-611C-C4C2-B258-EDAC04805DFD}"/>
              </a:ext>
            </a:extLst>
          </p:cNvPr>
          <p:cNvGrpSpPr/>
          <p:nvPr userDrawn="1"/>
        </p:nvGrpSpPr>
        <p:grpSpPr>
          <a:xfrm>
            <a:off x="425170" y="1536817"/>
            <a:ext cx="1702955" cy="246873"/>
            <a:chOff x="437526" y="901271"/>
            <a:chExt cx="1702955" cy="246873"/>
          </a:xfrm>
        </p:grpSpPr>
        <p:sp>
          <p:nvSpPr>
            <p:cNvPr id="7" name="Text Placeholder 2">
              <a:extLst>
                <a:ext uri="{FF2B5EF4-FFF2-40B4-BE49-F238E27FC236}">
                  <a16:creationId xmlns:a16="http://schemas.microsoft.com/office/drawing/2014/main" id="{8F3B3C70-1F5B-3EE2-2BB0-742A128A9C30}"/>
                </a:ext>
              </a:extLst>
            </p:cNvPr>
            <p:cNvSpPr txBox="1">
              <a:spLocks/>
            </p:cNvSpPr>
            <p:nvPr/>
          </p:nvSpPr>
          <p:spPr>
            <a:xfrm>
              <a:off x="437526" y="901271"/>
              <a:ext cx="977458" cy="246873"/>
            </a:xfrm>
            <a:prstGeom prst="rect">
              <a:avLst/>
            </a:prstGeom>
          </p:spPr>
          <p:txBody>
            <a:bodyPr vert="horz" lIns="0" tIns="0" rIns="0" bIns="0" rtlCol="0">
              <a:noAutofit/>
            </a:bodyPr>
            <a:lstStyle>
              <a:lvl1pPr marL="0" indent="0" algn="l" defTabSz="914377" rtl="0" eaLnBrk="1" latinLnBrk="0" hangingPunct="1">
                <a:lnSpc>
                  <a:spcPct val="110000"/>
                </a:lnSpc>
                <a:spcBef>
                  <a:spcPts val="0"/>
                </a:spcBef>
                <a:spcAft>
                  <a:spcPts val="0"/>
                </a:spcAft>
                <a:buFont typeface="Arial" panose="020B0604020202020204" pitchFamily="34" charset="0"/>
                <a:buNone/>
                <a:defRPr lang="en-US" sz="1800" b="0" i="0" kern="1200" cap="none" baseline="0">
                  <a:solidFill>
                    <a:schemeClr val="bg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00000"/>
                </a:lnSpc>
                <a:spcBef>
                  <a:spcPts val="0"/>
                </a:spcBef>
                <a:spcAft>
                  <a:spcPts val="0"/>
                </a:spcAft>
                <a:buFont typeface="Arial" panose="020B0604020202020204" pitchFamily="34" charset="0"/>
                <a:buNone/>
                <a:defRPr lang="en-US" sz="1100" b="0" i="0" kern="1200" cap="none" baseline="0" dirty="0">
                  <a:solidFill>
                    <a:schemeClr val="tx1"/>
                  </a:solidFill>
                  <a:latin typeface="Arial" panose="020B0604020202020204" pitchFamily="34" charset="0"/>
                  <a:ea typeface="+mn-ea"/>
                  <a:cs typeface="Arial" panose="020B0604020202020204" pitchFamily="34" charset="0"/>
                </a:defRPr>
              </a:lvl2pPr>
              <a:lvl3pPr marL="180975" indent="-180975" algn="l" defTabSz="914377" rtl="0" eaLnBrk="1" latinLnBrk="0" hangingPunct="1">
                <a:lnSpc>
                  <a:spcPct val="90000"/>
                </a:lnSpc>
                <a:spcBef>
                  <a:spcPts val="0"/>
                </a:spcBef>
                <a:spcAft>
                  <a:spcPts val="0"/>
                </a:spcAft>
                <a:buFont typeface="Arial" panose="020B0604020202020204" pitchFamily="34" charset="0"/>
                <a:buChar char="•"/>
                <a:defRPr sz="1100" b="0" i="0" kern="1200">
                  <a:solidFill>
                    <a:schemeClr val="tx1"/>
                  </a:solidFill>
                  <a:latin typeface="Arial" panose="020B0604020202020204" pitchFamily="34" charset="0"/>
                  <a:ea typeface="+mn-ea"/>
                  <a:cs typeface="+mn-cs"/>
                </a:defRPr>
              </a:lvl3pPr>
              <a:lvl4pPr marL="361950" indent="-168275" algn="l" defTabSz="914377" rtl="0" eaLnBrk="1" latinLnBrk="0" hangingPunct="1">
                <a:lnSpc>
                  <a:spcPct val="90000"/>
                </a:lnSpc>
                <a:spcBef>
                  <a:spcPts val="0"/>
                </a:spcBef>
                <a:spcAft>
                  <a:spcPts val="0"/>
                </a:spcAft>
                <a:buFont typeface="Arial" panose="020B0604020202020204" pitchFamily="34" charset="0"/>
                <a:buChar char="–"/>
                <a:defRPr sz="1100" b="0" i="0" kern="1200">
                  <a:solidFill>
                    <a:schemeClr val="tx1"/>
                  </a:solidFill>
                  <a:latin typeface="Arial" panose="020B0604020202020204" pitchFamily="34" charset="0"/>
                  <a:ea typeface="+mn-ea"/>
                  <a:cs typeface="+mn-cs"/>
                </a:defRPr>
              </a:lvl4pPr>
              <a:lvl5pPr marL="542925" indent="-176213" algn="l" defTabSz="914377" rtl="0" eaLnBrk="1" latinLnBrk="0" hangingPunct="1">
                <a:lnSpc>
                  <a:spcPct val="90000"/>
                </a:lnSpc>
                <a:spcBef>
                  <a:spcPts val="0"/>
                </a:spcBef>
                <a:spcAft>
                  <a:spcPts val="0"/>
                </a:spcAft>
                <a:buFont typeface="Arial" panose="020B0604020202020204" pitchFamily="34" charset="0"/>
                <a:buChar char="•"/>
                <a:defRPr sz="1100" b="0" i="0" kern="1200">
                  <a:solidFill>
                    <a:schemeClr val="tx1"/>
                  </a:solidFill>
                  <a:latin typeface="Arial" panose="020B0604020202020204" pitchFamily="34" charset="0"/>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r>
                <a:rPr lang="en-AU" sz="1300" b="1"/>
                <a:t>Programme</a:t>
              </a:r>
            </a:p>
          </p:txBody>
        </p:sp>
        <p:pic>
          <p:nvPicPr>
            <p:cNvPr id="8" name="Picture 7">
              <a:extLst>
                <a:ext uri="{FF2B5EF4-FFF2-40B4-BE49-F238E27FC236}">
                  <a16:creationId xmlns:a16="http://schemas.microsoft.com/office/drawing/2014/main" id="{41C6334B-2680-B3C8-567E-9F5347C2290C}"/>
                </a:ext>
              </a:extLst>
            </p:cNvPr>
            <p:cNvPicPr>
              <a:picLocks noChangeAspect="1"/>
            </p:cNvPicPr>
            <p:nvPr/>
          </p:nvPicPr>
          <p:blipFill>
            <a:blip r:embed="rId4"/>
            <a:srcRect/>
            <a:stretch/>
          </p:blipFill>
          <p:spPr>
            <a:xfrm>
              <a:off x="1414984" y="911460"/>
              <a:ext cx="725497" cy="211686"/>
            </a:xfrm>
            <a:prstGeom prst="rect">
              <a:avLst/>
            </a:prstGeom>
          </p:spPr>
        </p:pic>
      </p:grpSp>
      <p:pic>
        <p:nvPicPr>
          <p:cNvPr id="9" name="Picture 8">
            <a:extLst>
              <a:ext uri="{FF2B5EF4-FFF2-40B4-BE49-F238E27FC236}">
                <a16:creationId xmlns:a16="http://schemas.microsoft.com/office/drawing/2014/main" id="{0E1AB591-12EA-E01B-697F-19E5D25FB430}"/>
              </a:ext>
            </a:extLst>
          </p:cNvPr>
          <p:cNvPicPr>
            <a:picLocks noChangeAspect="1"/>
          </p:cNvPicPr>
          <p:nvPr userDrawn="1"/>
        </p:nvPicPr>
        <p:blipFill>
          <a:blip r:embed="rId5"/>
          <a:srcRect/>
          <a:stretch/>
        </p:blipFill>
        <p:spPr>
          <a:xfrm>
            <a:off x="1836347" y="6160470"/>
            <a:ext cx="977873" cy="283984"/>
          </a:xfrm>
          <a:prstGeom prst="rect">
            <a:avLst/>
          </a:prstGeom>
        </p:spPr>
      </p:pic>
    </p:spTree>
    <p:extLst>
      <p:ext uri="{BB962C8B-B14F-4D97-AF65-F5344CB8AC3E}">
        <p14:creationId xmlns:p14="http://schemas.microsoft.com/office/powerpoint/2010/main" val="713751373"/>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ver_white background">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0" y="1706217"/>
            <a:ext cx="8342313" cy="1828193"/>
          </a:xfrm>
          <a:prstGeom prst="rect">
            <a:avLst/>
          </a:prstGeom>
        </p:spPr>
        <p:txBody>
          <a:bodyPr lIns="0" tIns="0" rIns="0" bIns="0" anchor="b">
            <a:spAutoFit/>
          </a:bodyPr>
          <a:lstStyle>
            <a:lvl1pPr>
              <a:lnSpc>
                <a:spcPct val="90000"/>
              </a:lnSpc>
              <a:defRPr sz="6600" b="1" i="0">
                <a:latin typeface="Arial" panose="020B0604020202020204" pitchFamily="34" charset="0"/>
              </a:defRPr>
            </a:lvl1pPr>
          </a:lstStyle>
          <a:p>
            <a:pPr lvl="0"/>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3743325"/>
            <a:ext cx="5789612" cy="585738"/>
          </a:xfrm>
          <a:prstGeom prst="rect">
            <a:avLst/>
          </a:prstGeom>
        </p:spPr>
        <p:txBody>
          <a:bodyPr lIns="0" tIns="0" rIns="0" bIns="0">
            <a:spAutoFit/>
          </a:bodyPr>
          <a:lstStyle>
            <a:lvl1pPr>
              <a:lnSpc>
                <a:spcPct val="110000"/>
              </a:lnSpc>
              <a:defRPr sz="1800" b="0" i="0">
                <a:latin typeface="Arial" panose="020B0604020202020204" pitchFamily="34" charset="0"/>
              </a:defRPr>
            </a:lvl1pPr>
          </a:lstStyle>
          <a:p>
            <a:pPr lvl="0"/>
            <a:r>
              <a:rPr lang="en-AU"/>
              <a:t>Subtitle goes here in few lines, and it’s always good to keep it short.</a:t>
            </a:r>
          </a:p>
        </p:txBody>
      </p:sp>
      <p:sp>
        <p:nvSpPr>
          <p:cNvPr id="2" name="Rectangle 1">
            <a:extLst>
              <a:ext uri="{FF2B5EF4-FFF2-40B4-BE49-F238E27FC236}">
                <a16:creationId xmlns:a16="http://schemas.microsoft.com/office/drawing/2014/main" id="{E15D50CB-FD96-1665-F12D-D57583EAE148}"/>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4" name="Rectangle 3">
            <a:extLst>
              <a:ext uri="{FF2B5EF4-FFF2-40B4-BE49-F238E27FC236}">
                <a16:creationId xmlns:a16="http://schemas.microsoft.com/office/drawing/2014/main" id="{23CAC4DD-02DC-F33D-7EA4-5CD93281297B}"/>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664CA515-87D4-02B2-A382-6D2CCA90558F}"/>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47998F4D-C067-06A9-4461-C72B485BDD2F}"/>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D842A24C-D066-F17D-56C8-0502D035A8C0}"/>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573B65C3-8623-7882-A48B-E78A6468EB2E}"/>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B8E9A29F-481A-4B41-CF1D-FC064556A34D}"/>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TextBox 10">
            <a:extLst>
              <a:ext uri="{FF2B5EF4-FFF2-40B4-BE49-F238E27FC236}">
                <a16:creationId xmlns:a16="http://schemas.microsoft.com/office/drawing/2014/main" id="{96E786F4-DA2B-C51A-72D4-88A9605DE34E}"/>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2" name="Picture 11">
            <a:extLst>
              <a:ext uri="{FF2B5EF4-FFF2-40B4-BE49-F238E27FC236}">
                <a16:creationId xmlns:a16="http://schemas.microsoft.com/office/drawing/2014/main" id="{D317293D-1CAE-126B-1DF7-0A515B096E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5855" y="6147662"/>
            <a:ext cx="1154268" cy="308886"/>
          </a:xfrm>
          <a:prstGeom prst="rect">
            <a:avLst/>
          </a:prstGeom>
        </p:spPr>
      </p:pic>
      <p:pic>
        <p:nvPicPr>
          <p:cNvPr id="5" name="Picture 4">
            <a:extLst>
              <a:ext uri="{FF2B5EF4-FFF2-40B4-BE49-F238E27FC236}">
                <a16:creationId xmlns:a16="http://schemas.microsoft.com/office/drawing/2014/main" id="{2A48AF1B-A386-477E-E5D1-1EF11375C299}"/>
              </a:ext>
            </a:extLst>
          </p:cNvPr>
          <p:cNvPicPr>
            <a:picLocks noChangeAspect="1"/>
          </p:cNvPicPr>
          <p:nvPr userDrawn="1"/>
        </p:nvPicPr>
        <p:blipFill>
          <a:blip r:embed="rId3"/>
          <a:srcRect/>
          <a:stretch/>
        </p:blipFill>
        <p:spPr>
          <a:xfrm>
            <a:off x="1902424" y="6147661"/>
            <a:ext cx="1058628" cy="308887"/>
          </a:xfrm>
          <a:prstGeom prst="rect">
            <a:avLst/>
          </a:prstGeom>
        </p:spPr>
      </p:pic>
    </p:spTree>
    <p:extLst>
      <p:ext uri="{BB962C8B-B14F-4D97-AF65-F5344CB8AC3E}">
        <p14:creationId xmlns:p14="http://schemas.microsoft.com/office/powerpoint/2010/main" val="927065505"/>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Cover_white background">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1" y="1526351"/>
            <a:ext cx="5789612" cy="1107996"/>
          </a:xfrm>
          <a:prstGeom prst="rect">
            <a:avLst/>
          </a:prstGeom>
        </p:spPr>
        <p:txBody>
          <a:bodyPr wrap="square" lIns="0" tIns="0" rIns="0" bIns="0" anchor="b">
            <a:spAutoFit/>
          </a:bodyPr>
          <a:lstStyle>
            <a:lvl1pPr>
              <a:lnSpc>
                <a:spcPct val="90000"/>
              </a:lnSpc>
              <a:defRPr sz="4000" b="1" i="0">
                <a:latin typeface="Arial" panose="020B0604020202020204" pitchFamily="34" charset="0"/>
              </a:defRPr>
            </a:lvl1pPr>
          </a:lstStyle>
          <a:p>
            <a:pPr lvl="0"/>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2843262"/>
            <a:ext cx="4567744" cy="585738"/>
          </a:xfrm>
          <a:prstGeom prst="rect">
            <a:avLst/>
          </a:prstGeom>
        </p:spPr>
        <p:txBody>
          <a:bodyPr wrap="square" lIns="0" tIns="0" rIns="0" bIns="0">
            <a:spAutoFit/>
          </a:bodyPr>
          <a:lstStyle>
            <a:lvl1pPr>
              <a:lnSpc>
                <a:spcPct val="110000"/>
              </a:lnSpc>
              <a:defRPr sz="1800" b="0" i="0">
                <a:latin typeface="Arial" panose="020B0604020202020204" pitchFamily="34" charset="0"/>
              </a:defRPr>
            </a:lvl1pPr>
          </a:lstStyle>
          <a:p>
            <a:pPr lvl="0"/>
            <a:r>
              <a:rPr lang="en-AU"/>
              <a:t>Subtitle goes here in few lines, and it’s always good to keep it short.</a:t>
            </a:r>
          </a:p>
        </p:txBody>
      </p:sp>
      <p:sp>
        <p:nvSpPr>
          <p:cNvPr id="6" name="Oval 5">
            <a:extLst>
              <a:ext uri="{FF2B5EF4-FFF2-40B4-BE49-F238E27FC236}">
                <a16:creationId xmlns:a16="http://schemas.microsoft.com/office/drawing/2014/main" id="{C044ECEB-CD0A-D6A0-3C16-9E31FA803BCD}"/>
              </a:ext>
            </a:extLst>
          </p:cNvPr>
          <p:cNvSpPr/>
          <p:nvPr userDrawn="1"/>
        </p:nvSpPr>
        <p:spPr>
          <a:xfrm>
            <a:off x="6708167" y="4623583"/>
            <a:ext cx="2648755" cy="2648755"/>
          </a:xfrm>
          <a:prstGeom prst="ellipse">
            <a:avLst/>
          </a:prstGeom>
          <a:solidFill>
            <a:srgbClr val="002144"/>
          </a:solidFill>
        </p:spPr>
        <p:txBody>
          <a:bodyPr wrap="square" lIns="0" tIns="0" rIns="0" bIns="0" rtlCol="0" anchor="ctr">
            <a:spAutoFit/>
          </a:bodyPr>
          <a:lstStyle/>
          <a:p>
            <a:pPr algn="ctr"/>
            <a:endParaRPr lang="en-US" sz="900">
              <a:latin typeface="Graphik Regular" charset="0"/>
              <a:ea typeface="Graphik Regular" charset="0"/>
              <a:cs typeface="Graphik Regular" charset="0"/>
            </a:endParaRPr>
          </a:p>
        </p:txBody>
      </p:sp>
      <p:pic>
        <p:nvPicPr>
          <p:cNvPr id="7" name="Picture Placeholder 10">
            <a:extLst>
              <a:ext uri="{FF2B5EF4-FFF2-40B4-BE49-F238E27FC236}">
                <a16:creationId xmlns:a16="http://schemas.microsoft.com/office/drawing/2014/main" id="{E64FFBD4-CB19-D23F-FFE6-69A56B14F9A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374468" y="229245"/>
            <a:ext cx="4392361" cy="4394338"/>
          </a:xfrm>
          <a:prstGeom prst="ellipse">
            <a:avLst/>
          </a:prstGeom>
        </p:spPr>
      </p:pic>
      <p:sp>
        <p:nvSpPr>
          <p:cNvPr id="2" name="Rectangle 1">
            <a:extLst>
              <a:ext uri="{FF2B5EF4-FFF2-40B4-BE49-F238E27FC236}">
                <a16:creationId xmlns:a16="http://schemas.microsoft.com/office/drawing/2014/main" id="{B00DB9E7-D8BF-7DF5-9FAC-AB8E9A42EFD7}"/>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3" name="Rectangle 2">
            <a:extLst>
              <a:ext uri="{FF2B5EF4-FFF2-40B4-BE49-F238E27FC236}">
                <a16:creationId xmlns:a16="http://schemas.microsoft.com/office/drawing/2014/main" id="{CD0BF8B6-AFC0-A8CB-8928-8B19D0E488D2}"/>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4" name="Rectangle 3">
            <a:extLst>
              <a:ext uri="{FF2B5EF4-FFF2-40B4-BE49-F238E27FC236}">
                <a16:creationId xmlns:a16="http://schemas.microsoft.com/office/drawing/2014/main" id="{515A21C7-408E-1CDC-971C-48E660D595C3}"/>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3122F737-F634-A881-1227-DB78C0D52951}"/>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08B5019D-5053-F3F4-E80B-2A02065CBBFE}"/>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E0751A47-D270-117E-035C-29F97A90CF7E}"/>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781B4419-3B7E-B335-16EE-31E682368812}"/>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438B6A4A-F0BF-28E6-870D-681A21B491D5}"/>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4" name="Picture 13">
            <a:extLst>
              <a:ext uri="{FF2B5EF4-FFF2-40B4-BE49-F238E27FC236}">
                <a16:creationId xmlns:a16="http://schemas.microsoft.com/office/drawing/2014/main" id="{39051BDA-942E-C82C-B10D-CB7113A35BA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45855" y="6147662"/>
            <a:ext cx="1154268" cy="308886"/>
          </a:xfrm>
          <a:prstGeom prst="rect">
            <a:avLst/>
          </a:prstGeom>
        </p:spPr>
      </p:pic>
      <p:pic>
        <p:nvPicPr>
          <p:cNvPr id="9" name="Picture 8">
            <a:extLst>
              <a:ext uri="{FF2B5EF4-FFF2-40B4-BE49-F238E27FC236}">
                <a16:creationId xmlns:a16="http://schemas.microsoft.com/office/drawing/2014/main" id="{998DEFFB-68EE-CCFB-DD04-D5B6D4F52280}"/>
              </a:ext>
            </a:extLst>
          </p:cNvPr>
          <p:cNvPicPr>
            <a:picLocks noChangeAspect="1"/>
          </p:cNvPicPr>
          <p:nvPr userDrawn="1"/>
        </p:nvPicPr>
        <p:blipFill>
          <a:blip r:embed="rId4"/>
          <a:srcRect/>
          <a:stretch/>
        </p:blipFill>
        <p:spPr>
          <a:xfrm>
            <a:off x="1902424" y="6147661"/>
            <a:ext cx="1058628" cy="308887"/>
          </a:xfrm>
          <a:prstGeom prst="rect">
            <a:avLst/>
          </a:prstGeom>
        </p:spPr>
      </p:pic>
    </p:spTree>
    <p:extLst>
      <p:ext uri="{BB962C8B-B14F-4D97-AF65-F5344CB8AC3E}">
        <p14:creationId xmlns:p14="http://schemas.microsoft.com/office/powerpoint/2010/main" val="28492942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320">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over_gradient background">
    <p:bg>
      <p:bgPr>
        <a:solidFill>
          <a:srgbClr val="002144"/>
        </a:solidFill>
        <a:effectLst/>
      </p:bgPr>
    </p:bg>
    <p:spTree>
      <p:nvGrpSpPr>
        <p:cNvPr id="1" name=""/>
        <p:cNvGrpSpPr/>
        <p:nvPr/>
      </p:nvGrpSpPr>
      <p:grpSpPr>
        <a:xfrm>
          <a:off x="0" y="0"/>
          <a:ext cx="0" cy="0"/>
          <a:chOff x="0" y="0"/>
          <a:chExt cx="0" cy="0"/>
        </a:xfrm>
      </p:grpSpPr>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25170" y="1706217"/>
            <a:ext cx="8342313" cy="1828193"/>
          </a:xfrm>
          <a:prstGeom prst="rect">
            <a:avLst/>
          </a:prstGeom>
        </p:spPr>
        <p:txBody>
          <a:bodyPr lIns="0" tIns="0" rIns="0" bIns="0" anchor="b">
            <a:spAutoFit/>
          </a:bodyPr>
          <a:lstStyle>
            <a:lvl1pPr>
              <a:lnSpc>
                <a:spcPct val="90000"/>
              </a:lnSpc>
              <a:defRPr sz="6600" b="1" i="0">
                <a:solidFill>
                  <a:schemeClr val="bg1"/>
                </a:solidFill>
                <a:latin typeface="Arial" panose="020B0604020202020204" pitchFamily="34" charset="0"/>
              </a:defRPr>
            </a:lvl1pPr>
          </a:lstStyle>
          <a:p>
            <a:pPr lvl="0"/>
            <a:r>
              <a:rPr lang="en-US"/>
              <a:t>Title goes here </a:t>
            </a:r>
            <a:br>
              <a:rPr lang="en-US"/>
            </a:br>
            <a:r>
              <a:rPr lang="en-US"/>
              <a:t>in few lines</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3743325"/>
            <a:ext cx="5789612" cy="585738"/>
          </a:xfrm>
          <a:prstGeom prst="rect">
            <a:avLst/>
          </a:prstGeom>
        </p:spPr>
        <p:txBody>
          <a:bodyPr lIns="0" tIns="0" rIns="0" bIns="0">
            <a:spAutoFit/>
          </a:bodyPr>
          <a:lstStyle>
            <a:lvl1pPr>
              <a:lnSpc>
                <a:spcPct val="110000"/>
              </a:lnSpc>
              <a:defRPr sz="1800" b="0" i="0">
                <a:solidFill>
                  <a:schemeClr val="bg1"/>
                </a:solidFill>
                <a:latin typeface="Arial" panose="020B0604020202020204" pitchFamily="34" charset="0"/>
              </a:defRPr>
            </a:lvl1pPr>
          </a:lstStyle>
          <a:p>
            <a:pPr lvl="0"/>
            <a:r>
              <a:rPr lang="en-AU"/>
              <a:t>Subtitle goes here in few lines, and it’s always good to keep it short.</a:t>
            </a:r>
          </a:p>
        </p:txBody>
      </p:sp>
      <p:sp>
        <p:nvSpPr>
          <p:cNvPr id="2" name="GTS_Purple" descr="Accenture Greater Than symbol in purple">
            <a:extLst>
              <a:ext uri="{FF2B5EF4-FFF2-40B4-BE49-F238E27FC236}">
                <a16:creationId xmlns:a16="http://schemas.microsoft.com/office/drawing/2014/main" id="{50A3492F-9ADA-E125-4138-DC6E6CDDAEF6}"/>
              </a:ext>
            </a:extLst>
          </p:cNvPr>
          <p:cNvSpPr>
            <a:spLocks noChangeAspect="1"/>
          </p:cNvSpPr>
          <p:nvPr userDrawn="1"/>
        </p:nvSpPr>
        <p:spPr bwMode="auto">
          <a:xfrm>
            <a:off x="442912" y="6431338"/>
            <a:ext cx="144317" cy="158470"/>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rial" panose="020B0604020202020204" pitchFamily="34" charset="0"/>
            </a:endParaRPr>
          </a:p>
        </p:txBody>
      </p:sp>
      <p:sp>
        <p:nvSpPr>
          <p:cNvPr id="3" name="Rectangle 2">
            <a:extLst>
              <a:ext uri="{FF2B5EF4-FFF2-40B4-BE49-F238E27FC236}">
                <a16:creationId xmlns:a16="http://schemas.microsoft.com/office/drawing/2014/main" id="{1E8725DA-AC53-9940-3A6A-C5BA9A9FECAE}"/>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4" name="Rectangle 3">
            <a:extLst>
              <a:ext uri="{FF2B5EF4-FFF2-40B4-BE49-F238E27FC236}">
                <a16:creationId xmlns:a16="http://schemas.microsoft.com/office/drawing/2014/main" id="{323AB67F-5FC6-0CBD-F02B-9A42903ED4ED}"/>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D1EFFD94-6BE5-E2A1-BB08-28867CA9A49B}"/>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F9C0C306-F7AA-ECDC-B21E-1EC3E55E7E3E}"/>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CE9297E6-9051-6F45-7B59-0C310648BEF6}"/>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7820DA7F-53A7-852B-920C-A704C833B6F0}"/>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98757016-9403-A32A-9CDA-BCF076242362}"/>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TextBox 9">
            <a:extLst>
              <a:ext uri="{FF2B5EF4-FFF2-40B4-BE49-F238E27FC236}">
                <a16:creationId xmlns:a16="http://schemas.microsoft.com/office/drawing/2014/main" id="{8597827C-40FA-1619-3D34-9EFF7CDCADA6}"/>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3" name="Picture 2" descr="TPG Telecom logo in transparent PNG and vectorized SVG formats">
            <a:extLst>
              <a:ext uri="{FF2B5EF4-FFF2-40B4-BE49-F238E27FC236}">
                <a16:creationId xmlns:a16="http://schemas.microsoft.com/office/drawing/2014/main" id="{12519CB8-D3C2-B359-9E05-E49E483F4DA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23184" y="6118766"/>
            <a:ext cx="1158171" cy="3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1175492"/>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List of contents_coloured background">
    <p:bg>
      <p:bgPr>
        <a:solidFill>
          <a:schemeClr val="tx1"/>
        </a:solidFill>
        <a:effectLst/>
      </p:bgPr>
    </p:bg>
    <p:spTree>
      <p:nvGrpSpPr>
        <p:cNvPr id="1" name=""/>
        <p:cNvGrpSpPr/>
        <p:nvPr/>
      </p:nvGrpSpPr>
      <p:grpSpPr>
        <a:xfrm>
          <a:off x="0" y="0"/>
          <a:ext cx="0" cy="0"/>
          <a:chOff x="0" y="0"/>
          <a:chExt cx="0" cy="0"/>
        </a:xfrm>
      </p:grpSpPr>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25170" y="638270"/>
            <a:ext cx="3905530" cy="3360920"/>
          </a:xfrm>
          <a:prstGeom prst="rect">
            <a:avLst/>
          </a:prstGeom>
        </p:spPr>
        <p:txBody>
          <a:bodyPr wrap="square" lIns="0" tIns="0" rIns="0" bIns="0">
            <a:spAutoFit/>
          </a:bodyPr>
          <a:lstStyle>
            <a:lvl1pPr>
              <a:lnSpc>
                <a:spcPct val="130000"/>
              </a:lnSpc>
              <a:defRPr sz="2800" b="1" i="0">
                <a:solidFill>
                  <a:schemeClr val="bg1"/>
                </a:solidFill>
                <a:latin typeface="Arial" panose="020B0604020202020204" pitchFamily="34" charset="0"/>
              </a:defRPr>
            </a:lvl1pPr>
          </a:lstStyle>
          <a:p>
            <a:pPr lvl="0"/>
            <a:r>
              <a:rPr lang="en-AU"/>
              <a:t>01 Introduction</a:t>
            </a:r>
          </a:p>
          <a:p>
            <a:pPr lvl="0"/>
            <a:r>
              <a:rPr lang="en-AU"/>
              <a:t>02 Brand spirit</a:t>
            </a:r>
          </a:p>
          <a:p>
            <a:pPr lvl="0"/>
            <a:r>
              <a:rPr lang="en-AU"/>
              <a:t>03 Values</a:t>
            </a:r>
          </a:p>
          <a:p>
            <a:pPr lvl="0"/>
            <a:r>
              <a:rPr lang="en-AU"/>
              <a:t>04 Lorem ipsum</a:t>
            </a:r>
          </a:p>
          <a:p>
            <a:pPr lvl="0"/>
            <a:r>
              <a:rPr lang="en-AU"/>
              <a:t>05 </a:t>
            </a:r>
            <a:r>
              <a:rPr lang="en-AU" err="1"/>
              <a:t>Dolor</a:t>
            </a:r>
            <a:r>
              <a:rPr lang="en-AU"/>
              <a:t> sit </a:t>
            </a:r>
            <a:r>
              <a:rPr lang="en-AU" err="1"/>
              <a:t>amet</a:t>
            </a:r>
            <a:endParaRPr lang="en-AU"/>
          </a:p>
          <a:p>
            <a:pPr lvl="0"/>
            <a:r>
              <a:rPr lang="en-AU"/>
              <a:t>06 Final part</a:t>
            </a:r>
          </a:p>
        </p:txBody>
      </p:sp>
      <p:sp>
        <p:nvSpPr>
          <p:cNvPr id="6" name="Slide Number Placeholder 4">
            <a:extLst>
              <a:ext uri="{FF2B5EF4-FFF2-40B4-BE49-F238E27FC236}">
                <a16:creationId xmlns:a16="http://schemas.microsoft.com/office/drawing/2014/main" id="{D6CBD24F-BE90-4C87-8DE4-7FC6081FDACB}"/>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2" name="Rectangle 1">
            <a:extLst>
              <a:ext uri="{FF2B5EF4-FFF2-40B4-BE49-F238E27FC236}">
                <a16:creationId xmlns:a16="http://schemas.microsoft.com/office/drawing/2014/main" id="{B945F118-05BC-BF72-7D20-F9210A5F9D4F}"/>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1F07E68A-69BF-289B-3824-E0F03E327C47}"/>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6D4CAA14-4440-733A-1385-4B21E04E4F85}"/>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BED1D8F5-B6E8-3127-98CD-E66070225869}"/>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DD42204E-247C-8866-B13B-2B7FB31FDC1F}"/>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F88C775F-EADD-DCB2-E8EC-6F69DA860615}"/>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EA698652-384D-8EC5-2E3F-1CA31E2F5BF8}"/>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D57AEA26-554E-41CD-EA9D-54F6D2A3B566}"/>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Tree>
    <p:extLst>
      <p:ext uri="{BB962C8B-B14F-4D97-AF65-F5344CB8AC3E}">
        <p14:creationId xmlns:p14="http://schemas.microsoft.com/office/powerpoint/2010/main" val="3545472361"/>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ection Divider_whi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B922AA-C805-03F0-053B-D141C4E0EA07}"/>
              </a:ext>
            </a:extLst>
          </p:cNvPr>
          <p:cNvSpPr/>
          <p:nvPr userDrawn="1"/>
        </p:nvSpPr>
        <p:spPr>
          <a:xfrm>
            <a:off x="0" y="2106040"/>
            <a:ext cx="12192000" cy="4751960"/>
          </a:xfrm>
          <a:prstGeom prst="rect">
            <a:avLst/>
          </a:prstGeom>
          <a:solidFill>
            <a:srgbClr val="0021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 Placeholder 234">
            <a:extLst>
              <a:ext uri="{FF2B5EF4-FFF2-40B4-BE49-F238E27FC236}">
                <a16:creationId xmlns:a16="http://schemas.microsoft.com/office/drawing/2014/main" id="{4428070E-4463-4D66-8065-F93552D60E44}"/>
              </a:ext>
            </a:extLst>
          </p:cNvPr>
          <p:cNvSpPr>
            <a:spLocks noGrp="1"/>
          </p:cNvSpPr>
          <p:nvPr>
            <p:ph type="body" sz="quarter" idx="12" hasCustomPrompt="1"/>
          </p:nvPr>
        </p:nvSpPr>
        <p:spPr>
          <a:xfrm>
            <a:off x="444501" y="3044061"/>
            <a:ext cx="8342313" cy="830997"/>
          </a:xfrm>
          <a:prstGeom prst="rect">
            <a:avLst/>
          </a:prstGeom>
        </p:spPr>
        <p:txBody>
          <a:bodyPr lIns="0" tIns="0" rIns="0" bIns="0" anchor="b">
            <a:spAutoFit/>
          </a:bodyPr>
          <a:lstStyle>
            <a:lvl1pPr>
              <a:lnSpc>
                <a:spcPct val="90000"/>
              </a:lnSpc>
              <a:defRPr sz="6000" b="1" i="0">
                <a:solidFill>
                  <a:schemeClr val="bg1"/>
                </a:solidFill>
                <a:latin typeface="Arial" panose="020B0604020202020204" pitchFamily="34" charset="0"/>
              </a:defRPr>
            </a:lvl1pPr>
          </a:lstStyle>
          <a:p>
            <a:pPr lvl="0"/>
            <a:r>
              <a:rPr lang="en-US"/>
              <a:t>Section Title</a:t>
            </a:r>
          </a:p>
        </p:txBody>
      </p:sp>
      <p:sp>
        <p:nvSpPr>
          <p:cNvPr id="237" name="Text Placeholder 236">
            <a:extLst>
              <a:ext uri="{FF2B5EF4-FFF2-40B4-BE49-F238E27FC236}">
                <a16:creationId xmlns:a16="http://schemas.microsoft.com/office/drawing/2014/main" id="{DF6B3794-3004-48E1-8F0F-88B7E9FEF016}"/>
              </a:ext>
            </a:extLst>
          </p:cNvPr>
          <p:cNvSpPr>
            <a:spLocks noGrp="1"/>
          </p:cNvSpPr>
          <p:nvPr>
            <p:ph type="body" sz="quarter" idx="13" hasCustomPrompt="1"/>
          </p:nvPr>
        </p:nvSpPr>
        <p:spPr>
          <a:xfrm>
            <a:off x="442912" y="4135444"/>
            <a:ext cx="5826125" cy="1297213"/>
          </a:xfrm>
          <a:prstGeom prst="rect">
            <a:avLst/>
          </a:prstGeom>
        </p:spPr>
        <p:txBody>
          <a:bodyPr wrap="square" lIns="0" tIns="0" rIns="0" bIns="0">
            <a:noAutofit/>
          </a:bodyPr>
          <a:lstStyle>
            <a:lvl1pPr>
              <a:lnSpc>
                <a:spcPct val="110000"/>
              </a:lnSpc>
              <a:defRPr sz="1800" b="0" i="0">
                <a:solidFill>
                  <a:schemeClr val="bg1"/>
                </a:solidFill>
                <a:latin typeface="Arial" panose="020B0604020202020204" pitchFamily="34" charset="0"/>
              </a:defRPr>
            </a:lvl1pPr>
          </a:lstStyle>
          <a:p>
            <a:pPr lvl="0"/>
            <a:r>
              <a:rPr lang="en-AU"/>
              <a:t>Some text goes here.</a:t>
            </a:r>
          </a:p>
        </p:txBody>
      </p:sp>
      <p:sp>
        <p:nvSpPr>
          <p:cNvPr id="5" name="Text Placeholder 4">
            <a:extLst>
              <a:ext uri="{FF2B5EF4-FFF2-40B4-BE49-F238E27FC236}">
                <a16:creationId xmlns:a16="http://schemas.microsoft.com/office/drawing/2014/main" id="{88AD213A-BB5F-432A-BF8C-126E2EE222C2}"/>
              </a:ext>
            </a:extLst>
          </p:cNvPr>
          <p:cNvSpPr>
            <a:spLocks noGrp="1"/>
          </p:cNvSpPr>
          <p:nvPr>
            <p:ph type="body" sz="quarter" idx="14" hasCustomPrompt="1"/>
          </p:nvPr>
        </p:nvSpPr>
        <p:spPr>
          <a:xfrm>
            <a:off x="442912" y="535181"/>
            <a:ext cx="1474893" cy="1155700"/>
          </a:xfrm>
          <a:prstGeom prst="rect">
            <a:avLst/>
          </a:prstGeom>
        </p:spPr>
        <p:txBody>
          <a:bodyPr lIns="0" tIns="0" rIns="0" bIns="0" anchor="ctr"/>
          <a:lstStyle>
            <a:lvl1pPr algn="l">
              <a:defRPr sz="7200" b="1" i="0">
                <a:solidFill>
                  <a:schemeClr val="tx1"/>
                </a:solidFill>
                <a:latin typeface="Arial" panose="020B0604020202020204" pitchFamily="34" charset="0"/>
              </a:defRPr>
            </a:lvl1pPr>
          </a:lstStyle>
          <a:p>
            <a:pPr lvl="0"/>
            <a:r>
              <a:rPr lang="en-US"/>
              <a:t>#</a:t>
            </a:r>
          </a:p>
        </p:txBody>
      </p:sp>
      <p:sp>
        <p:nvSpPr>
          <p:cNvPr id="2" name="GTS_Purple" descr="Accenture Greater Than symbol in purple">
            <a:extLst>
              <a:ext uri="{FF2B5EF4-FFF2-40B4-BE49-F238E27FC236}">
                <a16:creationId xmlns:a16="http://schemas.microsoft.com/office/drawing/2014/main" id="{22FF7B72-B6B6-F038-470A-159C67223039}"/>
              </a:ext>
            </a:extLst>
          </p:cNvPr>
          <p:cNvSpPr>
            <a:spLocks noChangeAspect="1"/>
          </p:cNvSpPr>
          <p:nvPr userDrawn="1"/>
        </p:nvSpPr>
        <p:spPr bwMode="auto">
          <a:xfrm>
            <a:off x="442912" y="6431338"/>
            <a:ext cx="144317" cy="158470"/>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b="0" i="0">
              <a:latin typeface="Arial" panose="020B0604020202020204" pitchFamily="34" charset="0"/>
            </a:endParaRPr>
          </a:p>
        </p:txBody>
      </p:sp>
      <p:sp>
        <p:nvSpPr>
          <p:cNvPr id="4" name="Rectangle 3">
            <a:extLst>
              <a:ext uri="{FF2B5EF4-FFF2-40B4-BE49-F238E27FC236}">
                <a16:creationId xmlns:a16="http://schemas.microsoft.com/office/drawing/2014/main" id="{627FF123-0D2F-2B39-6D5F-21BD244E51F1}"/>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14F3698E-EC0E-3F01-6A43-B5BA528A153E}"/>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AED08004-2049-C37E-55D7-FE3D81217299}"/>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0E68B7CA-09DA-D050-919B-BF2479B74D3F}"/>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7EAB99EF-1094-9EF5-5FCB-93288AF923E4}"/>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9C73D45F-0741-408D-A5EF-9B676BFEE27A}"/>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Rectangle 12">
            <a:extLst>
              <a:ext uri="{FF2B5EF4-FFF2-40B4-BE49-F238E27FC236}">
                <a16:creationId xmlns:a16="http://schemas.microsoft.com/office/drawing/2014/main" id="{2DFD03AD-47BE-9AE1-6E87-6EF46F8574EF}"/>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4" name="TextBox 13">
            <a:extLst>
              <a:ext uri="{FF2B5EF4-FFF2-40B4-BE49-F238E27FC236}">
                <a16:creationId xmlns:a16="http://schemas.microsoft.com/office/drawing/2014/main" id="{ED4EB682-1BB1-7C96-D15B-72C6C8852FE0}"/>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5" name="Picture 2" descr="TPG Telecom logo in transparent PNG and vectorized SVG formats">
            <a:extLst>
              <a:ext uri="{FF2B5EF4-FFF2-40B4-BE49-F238E27FC236}">
                <a16:creationId xmlns:a16="http://schemas.microsoft.com/office/drawing/2014/main" id="{7780E6FF-19EC-0C3D-51CC-12AA18C913E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5170" y="6397517"/>
            <a:ext cx="719334" cy="192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623890"/>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amp; sub-title only">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8BD2172-4C2D-91C6-87DF-904A4077AB51}"/>
              </a:ext>
            </a:extLst>
          </p:cNvPr>
          <p:cNvGraphicFramePr>
            <a:graphicFrameLocks noChangeAspect="1"/>
          </p:cNvGraphicFramePr>
          <p:nvPr userDrawn="1">
            <p:custDataLst>
              <p:tags r:id="rId1"/>
            </p:custDataLst>
            <p:extLst>
              <p:ext uri="{D42A27DB-BD31-4B8C-83A1-F6EECF244321}">
                <p14:modId xmlns:p14="http://schemas.microsoft.com/office/powerpoint/2010/main" val="3174103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78BD2172-4C2D-91C6-87DF-904A4077AB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E1C28B-9EF2-4E83-9EA3-38316A10928A}"/>
              </a:ext>
            </a:extLst>
          </p:cNvPr>
          <p:cNvSpPr>
            <a:spLocks noGrp="1"/>
          </p:cNvSpPr>
          <p:nvPr>
            <p:ph type="title" hasCustomPrompt="1"/>
          </p:nvPr>
        </p:nvSpPr>
        <p:spPr>
          <a:xfrm>
            <a:off x="442913" y="236142"/>
            <a:ext cx="11294914" cy="215900"/>
          </a:xfrm>
        </p:spPr>
        <p:txBody>
          <a:bodyPr vert="horz" anchor="b">
            <a:normAutofit/>
          </a:bodyPr>
          <a:lstStyle>
            <a:lvl1pPr>
              <a:defRPr sz="1200" b="0" cap="all" baseline="0"/>
            </a:lvl1pPr>
          </a:lstStyle>
          <a:p>
            <a:r>
              <a:rPr lang="en-US"/>
              <a:t>ADD: SLIDE DESCRIPTION OR SECTION NAME</a:t>
            </a:r>
            <a:endParaRPr lang="en-AU"/>
          </a:p>
        </p:txBody>
      </p:sp>
      <p:sp>
        <p:nvSpPr>
          <p:cNvPr id="11" name="Text Placeholder 10">
            <a:extLst>
              <a:ext uri="{FF2B5EF4-FFF2-40B4-BE49-F238E27FC236}">
                <a16:creationId xmlns:a16="http://schemas.microsoft.com/office/drawing/2014/main" id="{F5FFC738-AEBD-D80C-93FA-A0BAA64FB0CE}"/>
              </a:ext>
            </a:extLst>
          </p:cNvPr>
          <p:cNvSpPr>
            <a:spLocks noGrp="1"/>
          </p:cNvSpPr>
          <p:nvPr>
            <p:ph type="body" sz="quarter" idx="18"/>
          </p:nvPr>
        </p:nvSpPr>
        <p:spPr>
          <a:xfrm>
            <a:off x="442913" y="1422515"/>
            <a:ext cx="11295542" cy="4847995"/>
          </a:xfrm>
        </p:spPr>
        <p:txBody>
          <a:bodyPr>
            <a:normAutofit/>
          </a:bodyPr>
          <a:lstStyle>
            <a:lvl1pPr>
              <a:spcBef>
                <a:spcPts val="300"/>
              </a:spcBef>
              <a:spcAft>
                <a:spcPts val="300"/>
              </a:spcAft>
              <a:defRPr sz="1400"/>
            </a:lvl1pPr>
            <a:lvl2pPr>
              <a:spcBef>
                <a:spcPts val="300"/>
              </a:spcBef>
              <a:spcAft>
                <a:spcPts val="300"/>
              </a:spcAft>
              <a:defRPr sz="1400"/>
            </a:lvl2pPr>
            <a:lvl3pPr>
              <a:spcBef>
                <a:spcPts val="300"/>
              </a:spcBef>
              <a:spcAft>
                <a:spcPts val="300"/>
              </a:spcAft>
              <a:defRPr sz="1400"/>
            </a:lvl3pPr>
            <a:lvl4pPr>
              <a:spcBef>
                <a:spcPts val="300"/>
              </a:spcBef>
              <a:spcAft>
                <a:spcPts val="300"/>
              </a:spcAft>
              <a:defRPr sz="1400"/>
            </a:lvl4pPr>
            <a:lvl5pPr>
              <a:spcBef>
                <a:spcPts val="300"/>
              </a:spcBef>
              <a:spcAft>
                <a:spcPts val="300"/>
              </a:spcAft>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3">
            <a:extLst>
              <a:ext uri="{FF2B5EF4-FFF2-40B4-BE49-F238E27FC236}">
                <a16:creationId xmlns:a16="http://schemas.microsoft.com/office/drawing/2014/main" id="{4ECE6D84-5952-9E7B-A70E-02406FF6EE8D}"/>
              </a:ext>
            </a:extLst>
          </p:cNvPr>
          <p:cNvSpPr>
            <a:spLocks noGrp="1"/>
          </p:cNvSpPr>
          <p:nvPr>
            <p:ph type="body" sz="quarter" idx="19" hasCustomPrompt="1"/>
          </p:nvPr>
        </p:nvSpPr>
        <p:spPr>
          <a:xfrm>
            <a:off x="442913" y="574675"/>
            <a:ext cx="11295542" cy="725207"/>
          </a:xfrm>
        </p:spPr>
        <p:txBody>
          <a:bodyPr>
            <a:normAutofit/>
          </a:bodyPr>
          <a:lstStyle>
            <a:lvl1pPr>
              <a:defRPr sz="2200"/>
            </a:lvl1pPr>
          </a:lstStyle>
          <a:p>
            <a:pPr lvl="0"/>
            <a:r>
              <a:rPr lang="en-GB"/>
              <a:t>ADD: Key message “so-what”/ insight that shows deeper understanding in crisp language, don’t explain what the slide is about, put that in descriptor. Max. 2 lines</a:t>
            </a:r>
            <a:endParaRPr lang="en-US"/>
          </a:p>
        </p:txBody>
      </p:sp>
      <p:sp>
        <p:nvSpPr>
          <p:cNvPr id="5" name="Slide Number Placeholder 4">
            <a:extLst>
              <a:ext uri="{FF2B5EF4-FFF2-40B4-BE49-F238E27FC236}">
                <a16:creationId xmlns:a16="http://schemas.microsoft.com/office/drawing/2014/main" id="{1510555C-0756-18CA-330D-A668A472E3FD}"/>
              </a:ext>
            </a:extLst>
          </p:cNvPr>
          <p:cNvSpPr>
            <a:spLocks noGrp="1"/>
          </p:cNvSpPr>
          <p:nvPr>
            <p:ph type="sldNum" sz="quarter" idx="22"/>
          </p:nvPr>
        </p:nvSpPr>
        <p:spPr/>
        <p:txBody>
          <a:bodyPr/>
          <a:lstStyle/>
          <a:p>
            <a:fld id="{EF2F7A32-C1EA-4F7E-B0A2-7FCB5BFE90DE}" type="slidenum">
              <a:rPr lang="en-AU" smtClean="0"/>
              <a:pPr/>
              <a:t>‹#›</a:t>
            </a:fld>
            <a:endParaRPr lang="en-AU"/>
          </a:p>
        </p:txBody>
      </p:sp>
      <p:sp>
        <p:nvSpPr>
          <p:cNvPr id="8" name="Footer Placeholder 2">
            <a:extLst>
              <a:ext uri="{FF2B5EF4-FFF2-40B4-BE49-F238E27FC236}">
                <a16:creationId xmlns:a16="http://schemas.microsoft.com/office/drawing/2014/main" id="{009146A2-2C50-2AE0-D514-630899CE6199}"/>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9" name="Text Placeholder 17">
            <a:extLst>
              <a:ext uri="{FF2B5EF4-FFF2-40B4-BE49-F238E27FC236}">
                <a16:creationId xmlns:a16="http://schemas.microsoft.com/office/drawing/2014/main" id="{E1CF67F3-BF4F-4B2D-D501-DA479C9D6077}"/>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149314384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Large title only _grey">
    <p:bg>
      <p:bgPr>
        <a:solidFill>
          <a:schemeClr val="accent5"/>
        </a:solidFill>
        <a:effectLst/>
      </p:bgPr>
    </p:bg>
    <p:spTree>
      <p:nvGrpSpPr>
        <p:cNvPr id="1" name=""/>
        <p:cNvGrpSpPr/>
        <p:nvPr/>
      </p:nvGrpSpPr>
      <p:grpSpPr>
        <a:xfrm>
          <a:off x="0" y="0"/>
          <a:ext cx="0" cy="0"/>
          <a:chOff x="0" y="0"/>
          <a:chExt cx="0" cy="0"/>
        </a:xfrm>
      </p:grpSpPr>
      <p:sp>
        <p:nvSpPr>
          <p:cNvPr id="7" name="Text Placeholder 234">
            <a:extLst>
              <a:ext uri="{FF2B5EF4-FFF2-40B4-BE49-F238E27FC236}">
                <a16:creationId xmlns:a16="http://schemas.microsoft.com/office/drawing/2014/main" id="{C8D99F69-EAE8-4F2F-A6CF-4659020FE712}"/>
              </a:ext>
            </a:extLst>
          </p:cNvPr>
          <p:cNvSpPr>
            <a:spLocks noGrp="1"/>
          </p:cNvSpPr>
          <p:nvPr>
            <p:ph type="body" sz="quarter" idx="15" hasCustomPrompt="1"/>
          </p:nvPr>
        </p:nvSpPr>
        <p:spPr>
          <a:xfrm>
            <a:off x="425170" y="725853"/>
            <a:ext cx="7067830" cy="609398"/>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p>
        </p:txBody>
      </p:sp>
      <p:sp>
        <p:nvSpPr>
          <p:cNvPr id="2" name="Text Placeholder 236">
            <a:extLst>
              <a:ext uri="{FF2B5EF4-FFF2-40B4-BE49-F238E27FC236}">
                <a16:creationId xmlns:a16="http://schemas.microsoft.com/office/drawing/2014/main" id="{052C499D-7931-36EE-4903-22A18C58D5C7}"/>
              </a:ext>
            </a:extLst>
          </p:cNvPr>
          <p:cNvSpPr>
            <a:spLocks noGrp="1"/>
          </p:cNvSpPr>
          <p:nvPr>
            <p:ph type="body" sz="quarter" idx="16" hasCustomPrompt="1"/>
          </p:nvPr>
        </p:nvSpPr>
        <p:spPr>
          <a:xfrm>
            <a:off x="5994401" y="2990998"/>
            <a:ext cx="5754687" cy="1743298"/>
          </a:xfrm>
          <a:prstGeom prst="rect">
            <a:avLst/>
          </a:prstGeom>
        </p:spPr>
        <p:txBody>
          <a:bodyPr wrap="square" lIns="0" tIns="0" rIns="0" bIns="0">
            <a:spAutoFit/>
          </a:bodyPr>
          <a:lstStyle>
            <a:lvl1pPr>
              <a:lnSpc>
                <a:spcPct val="110000"/>
              </a:lnSpc>
              <a:defRPr sz="1600" b="1" i="0">
                <a:latin typeface="Arial" panose="020B0604020202020204" pitchFamily="34" charset="0"/>
                <a:cs typeface="Arial" panose="020B0604020202020204" pitchFamily="34" charset="0"/>
              </a:defRPr>
            </a:lvl1pPr>
          </a:lstStyle>
          <a:p>
            <a:r>
              <a:rPr lang="en-AU" err="1"/>
              <a:t>Subheader</a:t>
            </a:r>
            <a:r>
              <a:rPr lang="en-AU"/>
              <a:t> goes here</a:t>
            </a:r>
          </a:p>
          <a:p>
            <a:endParaRPr lang="en-AU"/>
          </a:p>
          <a:p>
            <a:pPr lvl="8"/>
            <a:r>
              <a:rPr lang="en-AU"/>
              <a:t>Lorem ipsum </a:t>
            </a:r>
            <a:r>
              <a:rPr lang="en-AU" err="1"/>
              <a:t>dolor</a:t>
            </a:r>
            <a:r>
              <a:rPr lang="en-AU"/>
              <a:t> sit </a:t>
            </a:r>
            <a:r>
              <a:rPr lang="en-AU" err="1"/>
              <a:t>amet</a:t>
            </a:r>
            <a:r>
              <a:rPr lang="en-AU"/>
              <a:t>, </a:t>
            </a:r>
            <a:r>
              <a:rPr lang="en-AU" err="1"/>
              <a:t>consectetur</a:t>
            </a:r>
            <a:r>
              <a:rPr lang="en-AU"/>
              <a:t> </a:t>
            </a:r>
            <a:r>
              <a:rPr lang="en-AU" err="1"/>
              <a:t>adipiscing</a:t>
            </a:r>
            <a:r>
              <a:rPr lang="en-AU"/>
              <a:t> </a:t>
            </a:r>
            <a:r>
              <a:rPr lang="en-AU" err="1"/>
              <a:t>elit</a:t>
            </a:r>
            <a:r>
              <a:rPr lang="en-AU"/>
              <a:t>, sed do </a:t>
            </a:r>
            <a:r>
              <a:rPr lang="en-AU" err="1"/>
              <a:t>eiusmod</a:t>
            </a:r>
            <a:r>
              <a:rPr lang="en-AU"/>
              <a:t> </a:t>
            </a:r>
            <a:r>
              <a:rPr lang="en-AU" err="1"/>
              <a:t>tempor</a:t>
            </a:r>
            <a:r>
              <a:rPr lang="en-AU"/>
              <a:t> </a:t>
            </a:r>
            <a:r>
              <a:rPr lang="en-AU" err="1"/>
              <a:t>incididunt</a:t>
            </a:r>
            <a:r>
              <a:rPr lang="en-AU"/>
              <a:t> </a:t>
            </a:r>
            <a:r>
              <a:rPr lang="en-AU" err="1"/>
              <a:t>ut</a:t>
            </a:r>
            <a:r>
              <a:rPr lang="en-AU"/>
              <a:t> labore et dolore magna </a:t>
            </a:r>
            <a:r>
              <a:rPr lang="en-AU" err="1"/>
              <a:t>aliqua</a:t>
            </a:r>
            <a:r>
              <a:rPr lang="en-AU"/>
              <a:t>. Ut </a:t>
            </a:r>
            <a:r>
              <a:rPr lang="en-AU" err="1"/>
              <a:t>enim</a:t>
            </a:r>
            <a:r>
              <a:rPr lang="en-AU"/>
              <a:t> ad minim </a:t>
            </a:r>
            <a:r>
              <a:rPr lang="en-AU" err="1"/>
              <a:t>veniam</a:t>
            </a:r>
            <a:r>
              <a:rPr lang="en-AU"/>
              <a:t>, </a:t>
            </a:r>
            <a:r>
              <a:rPr lang="en-AU" err="1"/>
              <a:t>quis</a:t>
            </a:r>
            <a:r>
              <a:rPr lang="en-AU"/>
              <a:t> </a:t>
            </a:r>
            <a:r>
              <a:rPr lang="en-AU" err="1"/>
              <a:t>nostrud</a:t>
            </a:r>
            <a:r>
              <a:rPr lang="en-AU"/>
              <a:t> exercitation </a:t>
            </a:r>
            <a:r>
              <a:rPr lang="en-AU" err="1"/>
              <a:t>ullamco</a:t>
            </a:r>
            <a:r>
              <a:rPr lang="en-AU"/>
              <a:t> </a:t>
            </a:r>
            <a:r>
              <a:rPr lang="en-AU" err="1"/>
              <a:t>laboris</a:t>
            </a:r>
            <a:r>
              <a:rPr lang="en-AU"/>
              <a:t> nisi </a:t>
            </a:r>
            <a:r>
              <a:rPr lang="en-AU" err="1"/>
              <a:t>ut</a:t>
            </a:r>
            <a:r>
              <a:rPr lang="en-AU"/>
              <a:t> </a:t>
            </a:r>
            <a:r>
              <a:rPr lang="en-AU" err="1"/>
              <a:t>aliquip</a:t>
            </a:r>
            <a:r>
              <a:rPr lang="en-AU"/>
              <a:t> ex </a:t>
            </a:r>
            <a:r>
              <a:rPr lang="en-AU" err="1"/>
              <a:t>ea</a:t>
            </a:r>
            <a:r>
              <a:rPr lang="en-AU"/>
              <a:t> </a:t>
            </a:r>
            <a:r>
              <a:rPr lang="en-AU" err="1"/>
              <a:t>commodo</a:t>
            </a:r>
            <a:r>
              <a:rPr lang="en-AU"/>
              <a:t> </a:t>
            </a:r>
            <a:r>
              <a:rPr lang="en-AU" err="1"/>
              <a:t>consequat</a:t>
            </a:r>
            <a:r>
              <a:rPr lang="en-AU"/>
              <a:t>. Duis </a:t>
            </a:r>
            <a:r>
              <a:rPr lang="en-AU" err="1"/>
              <a:t>aute</a:t>
            </a:r>
            <a:r>
              <a:rPr lang="en-AU"/>
              <a:t> </a:t>
            </a:r>
            <a:r>
              <a:rPr lang="en-AU" err="1"/>
              <a:t>irure</a:t>
            </a:r>
            <a:r>
              <a:rPr lang="en-AU"/>
              <a:t> </a:t>
            </a:r>
            <a:r>
              <a:rPr lang="en-AU" err="1"/>
              <a:t>dolor</a:t>
            </a:r>
            <a:r>
              <a:rPr lang="en-AU"/>
              <a:t> in </a:t>
            </a:r>
            <a:r>
              <a:rPr lang="en-AU" err="1"/>
              <a:t>reprehenderit</a:t>
            </a:r>
            <a:r>
              <a:rPr lang="en-AU"/>
              <a:t> in </a:t>
            </a:r>
            <a:r>
              <a:rPr lang="en-AU" err="1"/>
              <a:t>voluptate</a:t>
            </a:r>
            <a:r>
              <a:rPr lang="en-AU"/>
              <a:t> </a:t>
            </a:r>
            <a:r>
              <a:rPr lang="en-AU" err="1"/>
              <a:t>velit</a:t>
            </a:r>
            <a:r>
              <a:rPr lang="en-AU"/>
              <a:t> </a:t>
            </a:r>
            <a:r>
              <a:rPr lang="en-AU" err="1"/>
              <a:t>esse</a:t>
            </a:r>
            <a:r>
              <a:rPr lang="en-AU"/>
              <a:t> </a:t>
            </a:r>
            <a:r>
              <a:rPr lang="en-AU" err="1"/>
              <a:t>cillum</a:t>
            </a:r>
            <a:r>
              <a:rPr lang="en-AU"/>
              <a:t> dolore </a:t>
            </a:r>
            <a:r>
              <a:rPr lang="en-AU" err="1"/>
              <a:t>eu</a:t>
            </a:r>
            <a:r>
              <a:rPr lang="en-AU"/>
              <a:t> </a:t>
            </a:r>
            <a:r>
              <a:rPr lang="en-AU" err="1"/>
              <a:t>fugiat</a:t>
            </a:r>
            <a:r>
              <a:rPr lang="en-AU"/>
              <a:t> nulla </a:t>
            </a:r>
            <a:r>
              <a:rPr lang="en-AU" err="1"/>
              <a:t>pariatur</a:t>
            </a:r>
            <a:r>
              <a:rPr lang="en-AU"/>
              <a:t>. </a:t>
            </a:r>
            <a:r>
              <a:rPr lang="en-AU" err="1"/>
              <a:t>Excepteur</a:t>
            </a:r>
            <a:r>
              <a:rPr lang="en-AU"/>
              <a:t> </a:t>
            </a:r>
            <a:r>
              <a:rPr lang="en-AU" err="1"/>
              <a:t>sint</a:t>
            </a:r>
            <a:r>
              <a:rPr lang="en-AU"/>
              <a:t> </a:t>
            </a:r>
            <a:r>
              <a:rPr lang="en-AU" err="1"/>
              <a:t>occaecat</a:t>
            </a:r>
            <a:r>
              <a:rPr lang="en-AU"/>
              <a:t> </a:t>
            </a:r>
            <a:r>
              <a:rPr lang="en-AU" err="1"/>
              <a:t>cupidatat</a:t>
            </a:r>
            <a:r>
              <a:rPr lang="en-AU"/>
              <a:t> non </a:t>
            </a:r>
            <a:r>
              <a:rPr lang="en-AU" err="1"/>
              <a:t>proident</a:t>
            </a:r>
            <a:r>
              <a:rPr lang="en-AU"/>
              <a:t>, sunt in culpa qui </a:t>
            </a:r>
            <a:r>
              <a:rPr lang="en-AU" err="1"/>
              <a:t>officia</a:t>
            </a:r>
            <a:r>
              <a:rPr lang="en-AU"/>
              <a:t> </a:t>
            </a:r>
            <a:r>
              <a:rPr lang="en-AU" err="1"/>
              <a:t>deserunt</a:t>
            </a:r>
            <a:r>
              <a:rPr lang="en-AU"/>
              <a:t> </a:t>
            </a:r>
            <a:r>
              <a:rPr lang="en-AU" err="1"/>
              <a:t>mollit</a:t>
            </a:r>
            <a:r>
              <a:rPr lang="en-AU"/>
              <a:t> </a:t>
            </a:r>
            <a:r>
              <a:rPr lang="en-AU" err="1"/>
              <a:t>anim</a:t>
            </a:r>
            <a:r>
              <a:rPr lang="en-AU"/>
              <a:t> id </a:t>
            </a:r>
            <a:r>
              <a:rPr lang="en-AU" err="1"/>
              <a:t>est</a:t>
            </a:r>
            <a:r>
              <a:rPr lang="en-AU"/>
              <a:t> </a:t>
            </a:r>
            <a:r>
              <a:rPr lang="en-AU" err="1"/>
              <a:t>laborum</a:t>
            </a:r>
            <a:r>
              <a:rPr lang="en-AU"/>
              <a:t>.</a:t>
            </a:r>
          </a:p>
        </p:txBody>
      </p:sp>
      <p:sp>
        <p:nvSpPr>
          <p:cNvPr id="9" name="Slide Number Placeholder 8">
            <a:extLst>
              <a:ext uri="{FF2B5EF4-FFF2-40B4-BE49-F238E27FC236}">
                <a16:creationId xmlns:a16="http://schemas.microsoft.com/office/drawing/2014/main" id="{76D1F7F8-8916-A576-8243-C7004BB3AF3C}"/>
              </a:ext>
            </a:extLst>
          </p:cNvPr>
          <p:cNvSpPr>
            <a:spLocks noGrp="1"/>
          </p:cNvSpPr>
          <p:nvPr>
            <p:ph type="sldNum" sz="quarter" idx="22"/>
          </p:nvPr>
        </p:nvSpPr>
        <p:spPr/>
        <p:txBody>
          <a:bodyPr/>
          <a:lstStyle/>
          <a:p>
            <a:fld id="{EF2F7A32-C1EA-4F7E-B0A2-7FCB5BFE90DE}" type="slidenum">
              <a:rPr lang="en-AU" smtClean="0"/>
              <a:pPr/>
              <a:t>‹#›</a:t>
            </a:fld>
            <a:endParaRPr lang="en-AU"/>
          </a:p>
        </p:txBody>
      </p:sp>
      <p:sp>
        <p:nvSpPr>
          <p:cNvPr id="4" name="Footer Placeholder 2">
            <a:extLst>
              <a:ext uri="{FF2B5EF4-FFF2-40B4-BE49-F238E27FC236}">
                <a16:creationId xmlns:a16="http://schemas.microsoft.com/office/drawing/2014/main" id="{6CD6E309-A868-F451-4DA1-A9E405AC6331}"/>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6" name="Text Placeholder 17">
            <a:extLst>
              <a:ext uri="{FF2B5EF4-FFF2-40B4-BE49-F238E27FC236}">
                <a16:creationId xmlns:a16="http://schemas.microsoft.com/office/drawing/2014/main" id="{BB02DFB3-58AB-5685-8B62-563F97725982}"/>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5" name="Picture 4">
            <a:extLst>
              <a:ext uri="{FF2B5EF4-FFF2-40B4-BE49-F238E27FC236}">
                <a16:creationId xmlns:a16="http://schemas.microsoft.com/office/drawing/2014/main" id="{915630A1-9B26-1C31-CB73-6CA63C46ADB9}"/>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3417543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arge title only">
    <p:spTree>
      <p:nvGrpSpPr>
        <p:cNvPr id="1" name=""/>
        <p:cNvGrpSpPr/>
        <p:nvPr/>
      </p:nvGrpSpPr>
      <p:grpSpPr>
        <a:xfrm>
          <a:off x="0" y="0"/>
          <a:ext cx="0" cy="0"/>
          <a:chOff x="0" y="0"/>
          <a:chExt cx="0" cy="0"/>
        </a:xfrm>
      </p:grpSpPr>
      <p:sp>
        <p:nvSpPr>
          <p:cNvPr id="8" name="Text Placeholder 234">
            <a:extLst>
              <a:ext uri="{FF2B5EF4-FFF2-40B4-BE49-F238E27FC236}">
                <a16:creationId xmlns:a16="http://schemas.microsoft.com/office/drawing/2014/main" id="{8963F246-8306-437C-A323-BD33529892B0}"/>
              </a:ext>
            </a:extLst>
          </p:cNvPr>
          <p:cNvSpPr>
            <a:spLocks noGrp="1"/>
          </p:cNvSpPr>
          <p:nvPr>
            <p:ph type="body" sz="quarter" idx="15" hasCustomPrompt="1"/>
          </p:nvPr>
        </p:nvSpPr>
        <p:spPr>
          <a:xfrm>
            <a:off x="425170" y="725853"/>
            <a:ext cx="7067830" cy="609398"/>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p>
        </p:txBody>
      </p:sp>
      <p:sp>
        <p:nvSpPr>
          <p:cNvPr id="2" name="Text Placeholder 236">
            <a:extLst>
              <a:ext uri="{FF2B5EF4-FFF2-40B4-BE49-F238E27FC236}">
                <a16:creationId xmlns:a16="http://schemas.microsoft.com/office/drawing/2014/main" id="{42DAF425-D04F-8A72-1693-768158DE5EC0}"/>
              </a:ext>
            </a:extLst>
          </p:cNvPr>
          <p:cNvSpPr>
            <a:spLocks noGrp="1"/>
          </p:cNvSpPr>
          <p:nvPr>
            <p:ph type="body" sz="quarter" idx="16" hasCustomPrompt="1"/>
          </p:nvPr>
        </p:nvSpPr>
        <p:spPr>
          <a:xfrm>
            <a:off x="442913" y="2947455"/>
            <a:ext cx="3824288" cy="2352695"/>
          </a:xfrm>
          <a:prstGeom prst="rect">
            <a:avLst/>
          </a:prstGeom>
        </p:spPr>
        <p:txBody>
          <a:bodyPr wrap="square" lIns="0" tIns="0" rIns="0" bIns="0">
            <a:spAutoFit/>
          </a:bodyPr>
          <a:lstStyle>
            <a:lvl1pPr>
              <a:lnSpc>
                <a:spcPct val="110000"/>
              </a:lnSpc>
              <a:defRPr sz="1600" b="1" i="0">
                <a:latin typeface="Arial" panose="020B0604020202020204" pitchFamily="34" charset="0"/>
                <a:cs typeface="Arial" panose="020B0604020202020204" pitchFamily="34" charset="0"/>
              </a:defRPr>
            </a:lvl1pPr>
          </a:lstStyle>
          <a:p>
            <a:r>
              <a:rPr lang="en-AU" err="1"/>
              <a:t>Subheader</a:t>
            </a:r>
            <a:r>
              <a:rPr lang="en-AU"/>
              <a:t> goes here</a:t>
            </a:r>
          </a:p>
          <a:p>
            <a:endParaRPr lang="en-AU"/>
          </a:p>
          <a:p>
            <a:pPr lvl="8"/>
            <a:r>
              <a:rPr lang="en-AU"/>
              <a:t>Lorem ipsum </a:t>
            </a:r>
            <a:r>
              <a:rPr lang="en-AU" err="1"/>
              <a:t>dolor</a:t>
            </a:r>
            <a:r>
              <a:rPr lang="en-AU"/>
              <a:t> sit </a:t>
            </a:r>
            <a:r>
              <a:rPr lang="en-AU" err="1"/>
              <a:t>amet</a:t>
            </a:r>
            <a:r>
              <a:rPr lang="en-AU"/>
              <a:t>, </a:t>
            </a:r>
            <a:r>
              <a:rPr lang="en-AU" err="1"/>
              <a:t>consectetur</a:t>
            </a:r>
            <a:r>
              <a:rPr lang="en-AU"/>
              <a:t> </a:t>
            </a:r>
            <a:r>
              <a:rPr lang="en-AU" err="1"/>
              <a:t>adipiscing</a:t>
            </a:r>
            <a:r>
              <a:rPr lang="en-AU"/>
              <a:t> </a:t>
            </a:r>
            <a:r>
              <a:rPr lang="en-AU" err="1"/>
              <a:t>elit</a:t>
            </a:r>
            <a:r>
              <a:rPr lang="en-AU"/>
              <a:t>, sed do </a:t>
            </a:r>
            <a:r>
              <a:rPr lang="en-AU" err="1"/>
              <a:t>eiusmod</a:t>
            </a:r>
            <a:r>
              <a:rPr lang="en-AU"/>
              <a:t> </a:t>
            </a:r>
            <a:r>
              <a:rPr lang="en-AU" err="1"/>
              <a:t>tempor</a:t>
            </a:r>
            <a:r>
              <a:rPr lang="en-AU"/>
              <a:t> </a:t>
            </a:r>
            <a:r>
              <a:rPr lang="en-AU" err="1"/>
              <a:t>incididunt</a:t>
            </a:r>
            <a:r>
              <a:rPr lang="en-AU"/>
              <a:t> </a:t>
            </a:r>
            <a:r>
              <a:rPr lang="en-AU" err="1"/>
              <a:t>ut</a:t>
            </a:r>
            <a:r>
              <a:rPr lang="en-AU"/>
              <a:t> labore et dolore magna </a:t>
            </a:r>
            <a:r>
              <a:rPr lang="en-AU" err="1"/>
              <a:t>aliqua</a:t>
            </a:r>
            <a:r>
              <a:rPr lang="en-AU"/>
              <a:t>. Ut </a:t>
            </a:r>
            <a:r>
              <a:rPr lang="en-AU" err="1"/>
              <a:t>enim</a:t>
            </a:r>
            <a:r>
              <a:rPr lang="en-AU"/>
              <a:t> ad minim </a:t>
            </a:r>
            <a:r>
              <a:rPr lang="en-AU" err="1"/>
              <a:t>veniam</a:t>
            </a:r>
            <a:r>
              <a:rPr lang="en-AU"/>
              <a:t>, </a:t>
            </a:r>
            <a:r>
              <a:rPr lang="en-AU" err="1"/>
              <a:t>quis</a:t>
            </a:r>
            <a:r>
              <a:rPr lang="en-AU"/>
              <a:t> </a:t>
            </a:r>
            <a:r>
              <a:rPr lang="en-AU" err="1"/>
              <a:t>nostrud</a:t>
            </a:r>
            <a:r>
              <a:rPr lang="en-AU"/>
              <a:t> exercitation </a:t>
            </a:r>
            <a:r>
              <a:rPr lang="en-AU" err="1"/>
              <a:t>ullamco</a:t>
            </a:r>
            <a:r>
              <a:rPr lang="en-AU"/>
              <a:t> </a:t>
            </a:r>
            <a:r>
              <a:rPr lang="en-AU" err="1"/>
              <a:t>laboris</a:t>
            </a:r>
            <a:r>
              <a:rPr lang="en-AU"/>
              <a:t> nisi </a:t>
            </a:r>
            <a:r>
              <a:rPr lang="en-AU" err="1"/>
              <a:t>ut</a:t>
            </a:r>
            <a:r>
              <a:rPr lang="en-AU"/>
              <a:t> </a:t>
            </a:r>
            <a:r>
              <a:rPr lang="en-AU" err="1"/>
              <a:t>aliquip</a:t>
            </a:r>
            <a:r>
              <a:rPr lang="en-AU"/>
              <a:t> ex </a:t>
            </a:r>
            <a:r>
              <a:rPr lang="en-AU" err="1"/>
              <a:t>ea</a:t>
            </a:r>
            <a:r>
              <a:rPr lang="en-AU"/>
              <a:t> </a:t>
            </a:r>
            <a:r>
              <a:rPr lang="en-AU" err="1"/>
              <a:t>commodo</a:t>
            </a:r>
            <a:r>
              <a:rPr lang="en-AU"/>
              <a:t> </a:t>
            </a:r>
            <a:r>
              <a:rPr lang="en-AU" err="1"/>
              <a:t>consequat</a:t>
            </a:r>
            <a:r>
              <a:rPr lang="en-AU"/>
              <a:t>. Duis </a:t>
            </a:r>
            <a:r>
              <a:rPr lang="en-AU" err="1"/>
              <a:t>aute</a:t>
            </a:r>
            <a:r>
              <a:rPr lang="en-AU"/>
              <a:t> </a:t>
            </a:r>
            <a:r>
              <a:rPr lang="en-AU" err="1"/>
              <a:t>irure</a:t>
            </a:r>
            <a:r>
              <a:rPr lang="en-AU"/>
              <a:t> </a:t>
            </a:r>
            <a:r>
              <a:rPr lang="en-AU" err="1"/>
              <a:t>dolor</a:t>
            </a:r>
            <a:r>
              <a:rPr lang="en-AU"/>
              <a:t> in </a:t>
            </a:r>
            <a:r>
              <a:rPr lang="en-AU" err="1"/>
              <a:t>reprehenderit</a:t>
            </a:r>
            <a:r>
              <a:rPr lang="en-AU"/>
              <a:t> in </a:t>
            </a:r>
            <a:r>
              <a:rPr lang="en-AU" err="1"/>
              <a:t>voluptate</a:t>
            </a:r>
            <a:r>
              <a:rPr lang="en-AU"/>
              <a:t> </a:t>
            </a:r>
            <a:r>
              <a:rPr lang="en-AU" err="1"/>
              <a:t>velit</a:t>
            </a:r>
            <a:r>
              <a:rPr lang="en-AU"/>
              <a:t> </a:t>
            </a:r>
            <a:r>
              <a:rPr lang="en-AU" err="1"/>
              <a:t>esse</a:t>
            </a:r>
            <a:r>
              <a:rPr lang="en-AU"/>
              <a:t> </a:t>
            </a:r>
            <a:r>
              <a:rPr lang="en-AU" err="1"/>
              <a:t>cillum</a:t>
            </a:r>
            <a:r>
              <a:rPr lang="en-AU"/>
              <a:t> dolore </a:t>
            </a:r>
            <a:r>
              <a:rPr lang="en-AU" err="1"/>
              <a:t>eu</a:t>
            </a:r>
            <a:r>
              <a:rPr lang="en-AU"/>
              <a:t> </a:t>
            </a:r>
            <a:r>
              <a:rPr lang="en-AU" err="1"/>
              <a:t>fugiat</a:t>
            </a:r>
            <a:r>
              <a:rPr lang="en-AU"/>
              <a:t> nulla </a:t>
            </a:r>
            <a:r>
              <a:rPr lang="en-AU" err="1"/>
              <a:t>pariatur</a:t>
            </a:r>
            <a:r>
              <a:rPr lang="en-AU"/>
              <a:t>. </a:t>
            </a:r>
            <a:r>
              <a:rPr lang="en-AU" err="1"/>
              <a:t>Excepteur</a:t>
            </a:r>
            <a:r>
              <a:rPr lang="en-AU"/>
              <a:t> </a:t>
            </a:r>
            <a:r>
              <a:rPr lang="en-AU" err="1"/>
              <a:t>sint</a:t>
            </a:r>
            <a:r>
              <a:rPr lang="en-AU"/>
              <a:t> </a:t>
            </a:r>
            <a:r>
              <a:rPr lang="en-AU" err="1"/>
              <a:t>occaecat</a:t>
            </a:r>
            <a:r>
              <a:rPr lang="en-AU"/>
              <a:t> </a:t>
            </a:r>
            <a:r>
              <a:rPr lang="en-AU" err="1"/>
              <a:t>cupidatat</a:t>
            </a:r>
            <a:r>
              <a:rPr lang="en-AU"/>
              <a:t> non </a:t>
            </a:r>
            <a:r>
              <a:rPr lang="en-AU" err="1"/>
              <a:t>proident</a:t>
            </a:r>
            <a:r>
              <a:rPr lang="en-AU"/>
              <a:t>, sunt in culpa qui </a:t>
            </a:r>
            <a:r>
              <a:rPr lang="en-AU" err="1"/>
              <a:t>officia</a:t>
            </a:r>
            <a:r>
              <a:rPr lang="en-AU"/>
              <a:t> </a:t>
            </a:r>
            <a:r>
              <a:rPr lang="en-AU" err="1"/>
              <a:t>deserunt</a:t>
            </a:r>
            <a:r>
              <a:rPr lang="en-AU"/>
              <a:t> </a:t>
            </a:r>
            <a:r>
              <a:rPr lang="en-AU" err="1"/>
              <a:t>mollit</a:t>
            </a:r>
            <a:r>
              <a:rPr lang="en-AU"/>
              <a:t> </a:t>
            </a:r>
            <a:r>
              <a:rPr lang="en-AU" err="1"/>
              <a:t>anim</a:t>
            </a:r>
            <a:r>
              <a:rPr lang="en-AU"/>
              <a:t> id </a:t>
            </a:r>
            <a:r>
              <a:rPr lang="en-AU" err="1"/>
              <a:t>est</a:t>
            </a:r>
            <a:r>
              <a:rPr lang="en-AU"/>
              <a:t> </a:t>
            </a:r>
            <a:r>
              <a:rPr lang="en-AU" err="1"/>
              <a:t>laborum</a:t>
            </a:r>
            <a:r>
              <a:rPr lang="en-AU"/>
              <a:t>.</a:t>
            </a:r>
          </a:p>
        </p:txBody>
      </p:sp>
      <p:sp>
        <p:nvSpPr>
          <p:cNvPr id="3" name="Text Placeholder 236">
            <a:extLst>
              <a:ext uri="{FF2B5EF4-FFF2-40B4-BE49-F238E27FC236}">
                <a16:creationId xmlns:a16="http://schemas.microsoft.com/office/drawing/2014/main" id="{286BB56D-01C3-A97A-5A77-8F7ECADBDA17}"/>
              </a:ext>
            </a:extLst>
          </p:cNvPr>
          <p:cNvSpPr>
            <a:spLocks noGrp="1"/>
          </p:cNvSpPr>
          <p:nvPr>
            <p:ph type="body" sz="quarter" idx="13" hasCustomPrompt="1"/>
          </p:nvPr>
        </p:nvSpPr>
        <p:spPr>
          <a:xfrm>
            <a:off x="442912" y="1539569"/>
            <a:ext cx="11215287" cy="374718"/>
          </a:xfrm>
          <a:prstGeom prst="rect">
            <a:avLst/>
          </a:prstGeom>
        </p:spPr>
        <p:txBody>
          <a:bodyPr wrap="square" lIns="0" tIns="0" rIns="0" bIns="0">
            <a:spAutoFit/>
          </a:bodyPr>
          <a:lstStyle>
            <a:lvl1pPr>
              <a:lnSpc>
                <a:spcPct val="110000"/>
              </a:lnSpc>
              <a:defRPr sz="2400" b="0" i="0">
                <a:latin typeface="Arial" panose="020B0604020202020204" pitchFamily="34" charset="0"/>
              </a:defRPr>
            </a:lvl1pPr>
          </a:lstStyle>
          <a:p>
            <a:pPr lvl="0"/>
            <a:r>
              <a:rPr lang="en-AU"/>
              <a:t>Subtitle here</a:t>
            </a:r>
          </a:p>
        </p:txBody>
      </p:sp>
      <p:sp>
        <p:nvSpPr>
          <p:cNvPr id="10" name="Slide Number Placeholder 9">
            <a:extLst>
              <a:ext uri="{FF2B5EF4-FFF2-40B4-BE49-F238E27FC236}">
                <a16:creationId xmlns:a16="http://schemas.microsoft.com/office/drawing/2014/main" id="{9CB903CA-8F6D-9928-01C8-A50E76BDC066}"/>
              </a:ext>
            </a:extLst>
          </p:cNvPr>
          <p:cNvSpPr>
            <a:spLocks noGrp="1"/>
          </p:cNvSpPr>
          <p:nvPr>
            <p:ph type="sldNum" sz="quarter" idx="19"/>
          </p:nvPr>
        </p:nvSpPr>
        <p:spPr/>
        <p:txBody>
          <a:bodyPr/>
          <a:lstStyle/>
          <a:p>
            <a:fld id="{EF2F7A32-C1EA-4F7E-B0A2-7FCB5BFE90DE}" type="slidenum">
              <a:rPr lang="en-AU" smtClean="0"/>
              <a:pPr/>
              <a:t>‹#›</a:t>
            </a:fld>
            <a:endParaRPr lang="en-AU"/>
          </a:p>
        </p:txBody>
      </p:sp>
      <p:sp>
        <p:nvSpPr>
          <p:cNvPr id="5" name="Footer Placeholder 2">
            <a:extLst>
              <a:ext uri="{FF2B5EF4-FFF2-40B4-BE49-F238E27FC236}">
                <a16:creationId xmlns:a16="http://schemas.microsoft.com/office/drawing/2014/main" id="{7163F491-5112-BD14-CD94-56EF04F24BDF}"/>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6" name="Text Placeholder 17">
            <a:extLst>
              <a:ext uri="{FF2B5EF4-FFF2-40B4-BE49-F238E27FC236}">
                <a16:creationId xmlns:a16="http://schemas.microsoft.com/office/drawing/2014/main" id="{DE0C481F-CC72-A5AD-3B59-D7E32624DF36}"/>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4" name="Picture 3">
            <a:extLst>
              <a:ext uri="{FF2B5EF4-FFF2-40B4-BE49-F238E27FC236}">
                <a16:creationId xmlns:a16="http://schemas.microsoft.com/office/drawing/2014/main" id="{AD810E2E-219E-590F-EACF-7EA92801F8AD}"/>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21494146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 Column_right">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0" y="1195753"/>
            <a:ext cx="3397529" cy="1828193"/>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in few lines.</a:t>
            </a:r>
          </a:p>
        </p:txBody>
      </p:sp>
      <p:sp>
        <p:nvSpPr>
          <p:cNvPr id="3" name="Text Placeholder 236">
            <a:extLst>
              <a:ext uri="{FF2B5EF4-FFF2-40B4-BE49-F238E27FC236}">
                <a16:creationId xmlns:a16="http://schemas.microsoft.com/office/drawing/2014/main" id="{712D4DE6-4C94-ADD3-A8B3-048E2E2BE5EC}"/>
              </a:ext>
            </a:extLst>
          </p:cNvPr>
          <p:cNvSpPr>
            <a:spLocks noGrp="1"/>
          </p:cNvSpPr>
          <p:nvPr>
            <p:ph type="body" sz="quarter" idx="16" hasCustomPrompt="1"/>
          </p:nvPr>
        </p:nvSpPr>
        <p:spPr>
          <a:xfrm>
            <a:off x="5213034" y="1195752"/>
            <a:ext cx="3858396" cy="2352695"/>
          </a:xfrm>
          <a:prstGeom prst="rect">
            <a:avLst/>
          </a:prstGeom>
        </p:spPr>
        <p:txBody>
          <a:bodyPr wrap="square" lIns="0" tIns="0" rIns="0" bIns="0">
            <a:spAutoFit/>
          </a:bodyPr>
          <a:lstStyle>
            <a:lvl1pPr>
              <a:lnSpc>
                <a:spcPct val="110000"/>
              </a:lnSpc>
              <a:defRPr sz="1600" b="1" i="0">
                <a:latin typeface="Arial" panose="020B0604020202020204" pitchFamily="34" charset="0"/>
                <a:cs typeface="Arial" panose="020B0604020202020204" pitchFamily="34" charset="0"/>
              </a:defRPr>
            </a:lvl1pPr>
          </a:lstStyle>
          <a:p>
            <a:r>
              <a:rPr lang="en-AU" err="1"/>
              <a:t>Subheader</a:t>
            </a:r>
            <a:r>
              <a:rPr lang="en-AU"/>
              <a:t> goes here</a:t>
            </a:r>
          </a:p>
          <a:p>
            <a:endParaRPr lang="en-AU"/>
          </a:p>
          <a:p>
            <a:pPr lvl="8"/>
            <a:r>
              <a:rPr lang="en-AU"/>
              <a:t>Lorem ipsum </a:t>
            </a:r>
            <a:r>
              <a:rPr lang="en-AU" err="1"/>
              <a:t>dolor</a:t>
            </a:r>
            <a:r>
              <a:rPr lang="en-AU"/>
              <a:t> sit </a:t>
            </a:r>
            <a:r>
              <a:rPr lang="en-AU" err="1"/>
              <a:t>amet</a:t>
            </a:r>
            <a:r>
              <a:rPr lang="en-AU"/>
              <a:t>, </a:t>
            </a:r>
            <a:r>
              <a:rPr lang="en-AU" err="1"/>
              <a:t>consectetur</a:t>
            </a:r>
            <a:r>
              <a:rPr lang="en-AU"/>
              <a:t> </a:t>
            </a:r>
            <a:r>
              <a:rPr lang="en-AU" err="1"/>
              <a:t>adipiscing</a:t>
            </a:r>
            <a:r>
              <a:rPr lang="en-AU"/>
              <a:t> </a:t>
            </a:r>
            <a:r>
              <a:rPr lang="en-AU" err="1"/>
              <a:t>elit</a:t>
            </a:r>
            <a:r>
              <a:rPr lang="en-AU"/>
              <a:t>, sed do </a:t>
            </a:r>
            <a:r>
              <a:rPr lang="en-AU" err="1"/>
              <a:t>eiusmod</a:t>
            </a:r>
            <a:r>
              <a:rPr lang="en-AU"/>
              <a:t> </a:t>
            </a:r>
            <a:r>
              <a:rPr lang="en-AU" err="1"/>
              <a:t>tempor</a:t>
            </a:r>
            <a:r>
              <a:rPr lang="en-AU"/>
              <a:t> </a:t>
            </a:r>
            <a:r>
              <a:rPr lang="en-AU" err="1"/>
              <a:t>incididunt</a:t>
            </a:r>
            <a:r>
              <a:rPr lang="en-AU"/>
              <a:t> </a:t>
            </a:r>
            <a:r>
              <a:rPr lang="en-AU" err="1"/>
              <a:t>ut</a:t>
            </a:r>
            <a:r>
              <a:rPr lang="en-AU"/>
              <a:t> labore et dolore magna </a:t>
            </a:r>
            <a:r>
              <a:rPr lang="en-AU" err="1"/>
              <a:t>aliqua</a:t>
            </a:r>
            <a:r>
              <a:rPr lang="en-AU"/>
              <a:t>. Ut </a:t>
            </a:r>
            <a:r>
              <a:rPr lang="en-AU" err="1"/>
              <a:t>enim</a:t>
            </a:r>
            <a:r>
              <a:rPr lang="en-AU"/>
              <a:t> ad minim </a:t>
            </a:r>
            <a:r>
              <a:rPr lang="en-AU" err="1"/>
              <a:t>veniam</a:t>
            </a:r>
            <a:r>
              <a:rPr lang="en-AU"/>
              <a:t>, </a:t>
            </a:r>
            <a:r>
              <a:rPr lang="en-AU" err="1"/>
              <a:t>quis</a:t>
            </a:r>
            <a:r>
              <a:rPr lang="en-AU"/>
              <a:t> </a:t>
            </a:r>
            <a:r>
              <a:rPr lang="en-AU" err="1"/>
              <a:t>nostrud</a:t>
            </a:r>
            <a:r>
              <a:rPr lang="en-AU"/>
              <a:t> exercitation </a:t>
            </a:r>
            <a:r>
              <a:rPr lang="en-AU" err="1"/>
              <a:t>ullamco</a:t>
            </a:r>
            <a:r>
              <a:rPr lang="en-AU"/>
              <a:t> </a:t>
            </a:r>
            <a:r>
              <a:rPr lang="en-AU" err="1"/>
              <a:t>laboris</a:t>
            </a:r>
            <a:r>
              <a:rPr lang="en-AU"/>
              <a:t> nisi </a:t>
            </a:r>
            <a:r>
              <a:rPr lang="en-AU" err="1"/>
              <a:t>ut</a:t>
            </a:r>
            <a:r>
              <a:rPr lang="en-AU"/>
              <a:t> </a:t>
            </a:r>
            <a:r>
              <a:rPr lang="en-AU" err="1"/>
              <a:t>aliquip</a:t>
            </a:r>
            <a:r>
              <a:rPr lang="en-AU"/>
              <a:t> ex </a:t>
            </a:r>
            <a:r>
              <a:rPr lang="en-AU" err="1"/>
              <a:t>ea</a:t>
            </a:r>
            <a:r>
              <a:rPr lang="en-AU"/>
              <a:t> </a:t>
            </a:r>
            <a:r>
              <a:rPr lang="en-AU" err="1"/>
              <a:t>commodo</a:t>
            </a:r>
            <a:r>
              <a:rPr lang="en-AU"/>
              <a:t> </a:t>
            </a:r>
            <a:r>
              <a:rPr lang="en-AU" err="1"/>
              <a:t>consequat</a:t>
            </a:r>
            <a:r>
              <a:rPr lang="en-AU"/>
              <a:t>. Duis </a:t>
            </a:r>
            <a:r>
              <a:rPr lang="en-AU" err="1"/>
              <a:t>aute</a:t>
            </a:r>
            <a:r>
              <a:rPr lang="en-AU"/>
              <a:t> </a:t>
            </a:r>
            <a:r>
              <a:rPr lang="en-AU" err="1"/>
              <a:t>irure</a:t>
            </a:r>
            <a:r>
              <a:rPr lang="en-AU"/>
              <a:t> </a:t>
            </a:r>
            <a:r>
              <a:rPr lang="en-AU" err="1"/>
              <a:t>dolor</a:t>
            </a:r>
            <a:r>
              <a:rPr lang="en-AU"/>
              <a:t> in </a:t>
            </a:r>
            <a:r>
              <a:rPr lang="en-AU" err="1"/>
              <a:t>reprehenderit</a:t>
            </a:r>
            <a:r>
              <a:rPr lang="en-AU"/>
              <a:t> in </a:t>
            </a:r>
            <a:r>
              <a:rPr lang="en-AU" err="1"/>
              <a:t>voluptate</a:t>
            </a:r>
            <a:r>
              <a:rPr lang="en-AU"/>
              <a:t> </a:t>
            </a:r>
            <a:r>
              <a:rPr lang="en-AU" err="1"/>
              <a:t>velit</a:t>
            </a:r>
            <a:r>
              <a:rPr lang="en-AU"/>
              <a:t> </a:t>
            </a:r>
            <a:r>
              <a:rPr lang="en-AU" err="1"/>
              <a:t>esse</a:t>
            </a:r>
            <a:r>
              <a:rPr lang="en-AU"/>
              <a:t> </a:t>
            </a:r>
            <a:r>
              <a:rPr lang="en-AU" err="1"/>
              <a:t>cillum</a:t>
            </a:r>
            <a:r>
              <a:rPr lang="en-AU"/>
              <a:t> dolore </a:t>
            </a:r>
            <a:r>
              <a:rPr lang="en-AU" err="1"/>
              <a:t>eu</a:t>
            </a:r>
            <a:r>
              <a:rPr lang="en-AU"/>
              <a:t> </a:t>
            </a:r>
            <a:r>
              <a:rPr lang="en-AU" err="1"/>
              <a:t>fugiat</a:t>
            </a:r>
            <a:r>
              <a:rPr lang="en-AU"/>
              <a:t> nulla </a:t>
            </a:r>
            <a:r>
              <a:rPr lang="en-AU" err="1"/>
              <a:t>pariatur</a:t>
            </a:r>
            <a:r>
              <a:rPr lang="en-AU"/>
              <a:t>. </a:t>
            </a:r>
            <a:r>
              <a:rPr lang="en-AU" err="1"/>
              <a:t>Excepteur</a:t>
            </a:r>
            <a:r>
              <a:rPr lang="en-AU"/>
              <a:t> </a:t>
            </a:r>
            <a:r>
              <a:rPr lang="en-AU" err="1"/>
              <a:t>sint</a:t>
            </a:r>
            <a:r>
              <a:rPr lang="en-AU"/>
              <a:t> </a:t>
            </a:r>
            <a:r>
              <a:rPr lang="en-AU" err="1"/>
              <a:t>occaecat</a:t>
            </a:r>
            <a:r>
              <a:rPr lang="en-AU"/>
              <a:t> </a:t>
            </a:r>
            <a:r>
              <a:rPr lang="en-AU" err="1"/>
              <a:t>cupidatat</a:t>
            </a:r>
            <a:r>
              <a:rPr lang="en-AU"/>
              <a:t> non </a:t>
            </a:r>
            <a:r>
              <a:rPr lang="en-AU" err="1"/>
              <a:t>proident</a:t>
            </a:r>
            <a:r>
              <a:rPr lang="en-AU"/>
              <a:t>, sunt in culpa qui </a:t>
            </a:r>
            <a:r>
              <a:rPr lang="en-AU" err="1"/>
              <a:t>officia</a:t>
            </a:r>
            <a:r>
              <a:rPr lang="en-AU"/>
              <a:t> </a:t>
            </a:r>
            <a:r>
              <a:rPr lang="en-AU" err="1"/>
              <a:t>deserunt</a:t>
            </a:r>
            <a:r>
              <a:rPr lang="en-AU"/>
              <a:t> </a:t>
            </a:r>
            <a:r>
              <a:rPr lang="en-AU" err="1"/>
              <a:t>mollit</a:t>
            </a:r>
            <a:r>
              <a:rPr lang="en-AU"/>
              <a:t> </a:t>
            </a:r>
            <a:r>
              <a:rPr lang="en-AU" err="1"/>
              <a:t>anim</a:t>
            </a:r>
            <a:r>
              <a:rPr lang="en-AU"/>
              <a:t> id </a:t>
            </a:r>
            <a:r>
              <a:rPr lang="en-AU" err="1"/>
              <a:t>est</a:t>
            </a:r>
            <a:r>
              <a:rPr lang="en-AU"/>
              <a:t> </a:t>
            </a:r>
            <a:r>
              <a:rPr lang="en-AU" err="1"/>
              <a:t>laborum</a:t>
            </a:r>
            <a:r>
              <a:rPr lang="en-AU"/>
              <a:t>.</a:t>
            </a:r>
          </a:p>
        </p:txBody>
      </p:sp>
      <p:sp>
        <p:nvSpPr>
          <p:cNvPr id="5" name="Slide Number Placeholder 4">
            <a:extLst>
              <a:ext uri="{FF2B5EF4-FFF2-40B4-BE49-F238E27FC236}">
                <a16:creationId xmlns:a16="http://schemas.microsoft.com/office/drawing/2014/main" id="{AA96B59A-070C-C65B-876C-4F8A7DD417BB}"/>
              </a:ext>
            </a:extLst>
          </p:cNvPr>
          <p:cNvSpPr>
            <a:spLocks noGrp="1"/>
          </p:cNvSpPr>
          <p:nvPr>
            <p:ph type="sldNum" sz="quarter" idx="19"/>
          </p:nvPr>
        </p:nvSpPr>
        <p:spPr/>
        <p:txBody>
          <a:bodyPr/>
          <a:lstStyle/>
          <a:p>
            <a:fld id="{EF2F7A32-C1EA-4F7E-B0A2-7FCB5BFE90DE}" type="slidenum">
              <a:rPr lang="en-AU" smtClean="0"/>
              <a:pPr/>
              <a:t>‹#›</a:t>
            </a:fld>
            <a:endParaRPr lang="en-AU"/>
          </a:p>
        </p:txBody>
      </p:sp>
      <p:sp>
        <p:nvSpPr>
          <p:cNvPr id="7" name="Footer Placeholder 2">
            <a:extLst>
              <a:ext uri="{FF2B5EF4-FFF2-40B4-BE49-F238E27FC236}">
                <a16:creationId xmlns:a16="http://schemas.microsoft.com/office/drawing/2014/main" id="{31D08AE5-E63C-9E69-21FE-71B26B44AFAF}"/>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8" name="Text Placeholder 17">
            <a:extLst>
              <a:ext uri="{FF2B5EF4-FFF2-40B4-BE49-F238E27FC236}">
                <a16:creationId xmlns:a16="http://schemas.microsoft.com/office/drawing/2014/main" id="{231863A9-115C-121C-F948-CBA8910B5F8C}"/>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2" name="Picture 1">
            <a:extLst>
              <a:ext uri="{FF2B5EF4-FFF2-40B4-BE49-F238E27FC236}">
                <a16:creationId xmlns:a16="http://schemas.microsoft.com/office/drawing/2014/main" id="{57A2250C-9400-4E65-4E02-F173A57B324F}"/>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28402362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0" y="296863"/>
            <a:ext cx="6972580" cy="1508288"/>
          </a:xfrm>
          <a:prstGeom prst="rect">
            <a:avLst/>
          </a:prstGeom>
        </p:spPr>
        <p:txBody>
          <a:bodyPr wrap="square" lIns="0" tIns="0" rIns="0" bIns="0" anchor="t">
            <a:noAutofit/>
          </a:bodyPr>
          <a:lstStyle>
            <a:lvl1pPr>
              <a:lnSpc>
                <a:spcPct val="90000"/>
              </a:lnSpc>
              <a:defRPr sz="4400" b="1" i="0">
                <a:latin typeface="Arial" panose="020B0604020202020204" pitchFamily="34" charset="0"/>
              </a:defRPr>
            </a:lvl1pPr>
          </a:lstStyle>
          <a:p>
            <a:pPr lvl="0"/>
            <a:r>
              <a:rPr lang="en-US"/>
              <a:t>Title goes here</a:t>
            </a:r>
          </a:p>
        </p:txBody>
      </p:sp>
      <p:sp>
        <p:nvSpPr>
          <p:cNvPr id="12" name="Text Placeholder 41">
            <a:extLst>
              <a:ext uri="{FF2B5EF4-FFF2-40B4-BE49-F238E27FC236}">
                <a16:creationId xmlns:a16="http://schemas.microsoft.com/office/drawing/2014/main" id="{B46C82F8-415D-4579-98D7-7DB62DA7C231}"/>
              </a:ext>
            </a:extLst>
          </p:cNvPr>
          <p:cNvSpPr>
            <a:spLocks noGrp="1"/>
          </p:cNvSpPr>
          <p:nvPr>
            <p:ph type="body" sz="quarter" idx="16" hasCustomPrompt="1"/>
          </p:nvPr>
        </p:nvSpPr>
        <p:spPr>
          <a:xfrm>
            <a:off x="42517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8" name="Text Placeholder 41">
            <a:extLst>
              <a:ext uri="{FF2B5EF4-FFF2-40B4-BE49-F238E27FC236}">
                <a16:creationId xmlns:a16="http://schemas.microsoft.com/office/drawing/2014/main" id="{15897A3E-69DA-4472-BFC4-CAF67273D594}"/>
              </a:ext>
            </a:extLst>
          </p:cNvPr>
          <p:cNvSpPr>
            <a:spLocks noGrp="1"/>
          </p:cNvSpPr>
          <p:nvPr>
            <p:ph type="body" sz="quarter" idx="17" hasCustomPrompt="1"/>
          </p:nvPr>
        </p:nvSpPr>
        <p:spPr>
          <a:xfrm>
            <a:off x="372463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9" name="Text Placeholder 41">
            <a:extLst>
              <a:ext uri="{FF2B5EF4-FFF2-40B4-BE49-F238E27FC236}">
                <a16:creationId xmlns:a16="http://schemas.microsoft.com/office/drawing/2014/main" id="{DA4638FA-D9D1-4F58-A527-11F80A7B38CC}"/>
              </a:ext>
            </a:extLst>
          </p:cNvPr>
          <p:cNvSpPr>
            <a:spLocks noGrp="1"/>
          </p:cNvSpPr>
          <p:nvPr>
            <p:ph type="body" sz="quarter" idx="18" hasCustomPrompt="1"/>
          </p:nvPr>
        </p:nvSpPr>
        <p:spPr>
          <a:xfrm>
            <a:off x="702409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p:txBody>
      </p:sp>
      <p:sp>
        <p:nvSpPr>
          <p:cNvPr id="2" name="Text Placeholder 41">
            <a:extLst>
              <a:ext uri="{FF2B5EF4-FFF2-40B4-BE49-F238E27FC236}">
                <a16:creationId xmlns:a16="http://schemas.microsoft.com/office/drawing/2014/main" id="{A8E37BF3-8B35-BCA9-090A-FD9801330D62}"/>
              </a:ext>
            </a:extLst>
          </p:cNvPr>
          <p:cNvSpPr>
            <a:spLocks noGrp="1"/>
          </p:cNvSpPr>
          <p:nvPr>
            <p:ph type="body" sz="quarter" idx="19" hasCustomPrompt="1"/>
          </p:nvPr>
        </p:nvSpPr>
        <p:spPr>
          <a:xfrm>
            <a:off x="425170" y="2808515"/>
            <a:ext cx="2727007"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3" name="Text Placeholder 41">
            <a:extLst>
              <a:ext uri="{FF2B5EF4-FFF2-40B4-BE49-F238E27FC236}">
                <a16:creationId xmlns:a16="http://schemas.microsoft.com/office/drawing/2014/main" id="{46F3751F-7D2D-97E6-17FB-A7C6A5AD67F6}"/>
              </a:ext>
            </a:extLst>
          </p:cNvPr>
          <p:cNvSpPr>
            <a:spLocks noGrp="1"/>
          </p:cNvSpPr>
          <p:nvPr>
            <p:ph type="body" sz="quarter" idx="20" hasCustomPrompt="1"/>
          </p:nvPr>
        </p:nvSpPr>
        <p:spPr>
          <a:xfrm>
            <a:off x="3724630" y="2808515"/>
            <a:ext cx="2727007"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4" name="Text Placeholder 41">
            <a:extLst>
              <a:ext uri="{FF2B5EF4-FFF2-40B4-BE49-F238E27FC236}">
                <a16:creationId xmlns:a16="http://schemas.microsoft.com/office/drawing/2014/main" id="{D6E8377E-2C7D-E85E-8705-9D228D88AD2B}"/>
              </a:ext>
            </a:extLst>
          </p:cNvPr>
          <p:cNvSpPr>
            <a:spLocks noGrp="1"/>
          </p:cNvSpPr>
          <p:nvPr>
            <p:ph type="body" sz="quarter" idx="21" hasCustomPrompt="1"/>
          </p:nvPr>
        </p:nvSpPr>
        <p:spPr>
          <a:xfrm>
            <a:off x="7024090" y="2808514"/>
            <a:ext cx="2727007" cy="268515"/>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endParaRPr lang="en-GB"/>
          </a:p>
        </p:txBody>
      </p:sp>
      <p:sp>
        <p:nvSpPr>
          <p:cNvPr id="7" name="Slide Number Placeholder 6">
            <a:extLst>
              <a:ext uri="{FF2B5EF4-FFF2-40B4-BE49-F238E27FC236}">
                <a16:creationId xmlns:a16="http://schemas.microsoft.com/office/drawing/2014/main" id="{BEDCA926-520E-C5E5-88F6-70A9FF148407}"/>
              </a:ext>
            </a:extLst>
          </p:cNvPr>
          <p:cNvSpPr>
            <a:spLocks noGrp="1"/>
          </p:cNvSpPr>
          <p:nvPr>
            <p:ph type="sldNum" sz="quarter" idx="24"/>
          </p:nvPr>
        </p:nvSpPr>
        <p:spPr/>
        <p:txBody>
          <a:bodyPr/>
          <a:lstStyle/>
          <a:p>
            <a:fld id="{EF2F7A32-C1EA-4F7E-B0A2-7FCB5BFE90DE}" type="slidenum">
              <a:rPr lang="en-AU" smtClean="0"/>
              <a:pPr/>
              <a:t>‹#›</a:t>
            </a:fld>
            <a:endParaRPr lang="en-AU"/>
          </a:p>
        </p:txBody>
      </p:sp>
      <p:sp>
        <p:nvSpPr>
          <p:cNvPr id="10" name="Footer Placeholder 2">
            <a:extLst>
              <a:ext uri="{FF2B5EF4-FFF2-40B4-BE49-F238E27FC236}">
                <a16:creationId xmlns:a16="http://schemas.microsoft.com/office/drawing/2014/main" id="{00FA0DC6-B19D-D017-1179-FAC9178CA524}"/>
              </a:ext>
            </a:extLst>
          </p:cNvPr>
          <p:cNvSpPr>
            <a:spLocks noGrp="1"/>
          </p:cNvSpPr>
          <p:nvPr>
            <p:ph type="ftr" sz="quarter" idx="25"/>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11" name="Text Placeholder 17">
            <a:extLst>
              <a:ext uri="{FF2B5EF4-FFF2-40B4-BE49-F238E27FC236}">
                <a16:creationId xmlns:a16="http://schemas.microsoft.com/office/drawing/2014/main" id="{49725EE3-76FE-CC81-E717-83B199906A66}"/>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5" name="Picture 4">
            <a:extLst>
              <a:ext uri="{FF2B5EF4-FFF2-40B4-BE49-F238E27FC236}">
                <a16:creationId xmlns:a16="http://schemas.microsoft.com/office/drawing/2014/main" id="{4C724EE6-22D9-BA9D-F69F-9E173F04BE30}"/>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61220513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 column_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1C28B-9EF2-4E83-9EA3-38316A10928A}"/>
              </a:ext>
            </a:extLst>
          </p:cNvPr>
          <p:cNvSpPr>
            <a:spLocks noGrp="1"/>
          </p:cNvSpPr>
          <p:nvPr>
            <p:ph type="title" hasCustomPrompt="1"/>
          </p:nvPr>
        </p:nvSpPr>
        <p:spPr>
          <a:xfrm>
            <a:off x="442914" y="416796"/>
            <a:ext cx="8445500" cy="799569"/>
          </a:xfrm>
        </p:spPr>
        <p:txBody>
          <a:bodyPr anchor="t"/>
          <a:lstStyle>
            <a:lvl1pPr>
              <a:defRPr/>
            </a:lvl1pPr>
          </a:lstStyle>
          <a:p>
            <a:r>
              <a:rPr lang="en-US"/>
              <a:t>Title goes here</a:t>
            </a:r>
            <a:endParaRPr lang="en-AU"/>
          </a:p>
        </p:txBody>
      </p:sp>
      <p:sp>
        <p:nvSpPr>
          <p:cNvPr id="3" name="Text Placeholder 41">
            <a:extLst>
              <a:ext uri="{FF2B5EF4-FFF2-40B4-BE49-F238E27FC236}">
                <a16:creationId xmlns:a16="http://schemas.microsoft.com/office/drawing/2014/main" id="{9C9CE944-A523-0AF3-B31A-B0CBC243C996}"/>
              </a:ext>
            </a:extLst>
          </p:cNvPr>
          <p:cNvSpPr>
            <a:spLocks noGrp="1"/>
          </p:cNvSpPr>
          <p:nvPr>
            <p:ph type="body" sz="quarter" idx="16" hasCustomPrompt="1"/>
          </p:nvPr>
        </p:nvSpPr>
        <p:spPr>
          <a:xfrm>
            <a:off x="42517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4" name="Text Placeholder 41">
            <a:extLst>
              <a:ext uri="{FF2B5EF4-FFF2-40B4-BE49-F238E27FC236}">
                <a16:creationId xmlns:a16="http://schemas.microsoft.com/office/drawing/2014/main" id="{F9AD6E6E-17C5-938B-77C7-017A18D92E56}"/>
              </a:ext>
            </a:extLst>
          </p:cNvPr>
          <p:cNvSpPr>
            <a:spLocks noGrp="1"/>
          </p:cNvSpPr>
          <p:nvPr>
            <p:ph type="body" sz="quarter" idx="17" hasCustomPrompt="1"/>
          </p:nvPr>
        </p:nvSpPr>
        <p:spPr>
          <a:xfrm>
            <a:off x="372463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5" name="Text Placeholder 41">
            <a:extLst>
              <a:ext uri="{FF2B5EF4-FFF2-40B4-BE49-F238E27FC236}">
                <a16:creationId xmlns:a16="http://schemas.microsoft.com/office/drawing/2014/main" id="{7349EA80-F476-966B-0CFF-60612F69B3A1}"/>
              </a:ext>
            </a:extLst>
          </p:cNvPr>
          <p:cNvSpPr>
            <a:spLocks noGrp="1"/>
          </p:cNvSpPr>
          <p:nvPr>
            <p:ph type="body" sz="quarter" idx="18" hasCustomPrompt="1"/>
          </p:nvPr>
        </p:nvSpPr>
        <p:spPr>
          <a:xfrm>
            <a:off x="7024090" y="3403600"/>
            <a:ext cx="2727007"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p:txBody>
      </p:sp>
      <p:sp>
        <p:nvSpPr>
          <p:cNvPr id="6" name="Text Placeholder 41">
            <a:extLst>
              <a:ext uri="{FF2B5EF4-FFF2-40B4-BE49-F238E27FC236}">
                <a16:creationId xmlns:a16="http://schemas.microsoft.com/office/drawing/2014/main" id="{1EC314CD-5707-0B54-E18A-51381AA4698A}"/>
              </a:ext>
            </a:extLst>
          </p:cNvPr>
          <p:cNvSpPr>
            <a:spLocks noGrp="1"/>
          </p:cNvSpPr>
          <p:nvPr>
            <p:ph type="body" sz="quarter" idx="19" hasCustomPrompt="1"/>
          </p:nvPr>
        </p:nvSpPr>
        <p:spPr>
          <a:xfrm>
            <a:off x="425170" y="2808515"/>
            <a:ext cx="2727007"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7" name="Text Placeholder 41">
            <a:extLst>
              <a:ext uri="{FF2B5EF4-FFF2-40B4-BE49-F238E27FC236}">
                <a16:creationId xmlns:a16="http://schemas.microsoft.com/office/drawing/2014/main" id="{8A4EDAAA-CB58-538B-A4E3-D5B8171DE9B4}"/>
              </a:ext>
            </a:extLst>
          </p:cNvPr>
          <p:cNvSpPr>
            <a:spLocks noGrp="1"/>
          </p:cNvSpPr>
          <p:nvPr>
            <p:ph type="body" sz="quarter" idx="20" hasCustomPrompt="1"/>
          </p:nvPr>
        </p:nvSpPr>
        <p:spPr>
          <a:xfrm>
            <a:off x="3724630" y="2808515"/>
            <a:ext cx="2727007"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11" name="Text Placeholder 41">
            <a:extLst>
              <a:ext uri="{FF2B5EF4-FFF2-40B4-BE49-F238E27FC236}">
                <a16:creationId xmlns:a16="http://schemas.microsoft.com/office/drawing/2014/main" id="{9EAB4622-288E-FDD5-69D9-CC6A627F6DC8}"/>
              </a:ext>
            </a:extLst>
          </p:cNvPr>
          <p:cNvSpPr>
            <a:spLocks noGrp="1"/>
          </p:cNvSpPr>
          <p:nvPr>
            <p:ph type="body" sz="quarter" idx="21" hasCustomPrompt="1"/>
          </p:nvPr>
        </p:nvSpPr>
        <p:spPr>
          <a:xfrm>
            <a:off x="7024090" y="2808514"/>
            <a:ext cx="2727007" cy="268515"/>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endParaRPr lang="en-GB"/>
          </a:p>
        </p:txBody>
      </p:sp>
      <p:sp>
        <p:nvSpPr>
          <p:cNvPr id="13" name="Slide Number Placeholder 12">
            <a:extLst>
              <a:ext uri="{FF2B5EF4-FFF2-40B4-BE49-F238E27FC236}">
                <a16:creationId xmlns:a16="http://schemas.microsoft.com/office/drawing/2014/main" id="{9D62BC3D-2042-F759-8856-5CC5D0256F95}"/>
              </a:ext>
            </a:extLst>
          </p:cNvPr>
          <p:cNvSpPr>
            <a:spLocks noGrp="1"/>
          </p:cNvSpPr>
          <p:nvPr>
            <p:ph type="sldNum" sz="quarter" idx="24"/>
          </p:nvPr>
        </p:nvSpPr>
        <p:spPr/>
        <p:txBody>
          <a:bodyPr/>
          <a:lstStyle/>
          <a:p>
            <a:fld id="{EF2F7A32-C1EA-4F7E-B0A2-7FCB5BFE90DE}" type="slidenum">
              <a:rPr lang="en-AU" smtClean="0"/>
              <a:pPr/>
              <a:t>‹#›</a:t>
            </a:fld>
            <a:endParaRPr lang="en-AU"/>
          </a:p>
        </p:txBody>
      </p:sp>
      <p:sp>
        <p:nvSpPr>
          <p:cNvPr id="9" name="Footer Placeholder 2">
            <a:extLst>
              <a:ext uri="{FF2B5EF4-FFF2-40B4-BE49-F238E27FC236}">
                <a16:creationId xmlns:a16="http://schemas.microsoft.com/office/drawing/2014/main" id="{4742E8AC-2245-4DAE-B1E4-A7C37E284CC8}"/>
              </a:ext>
            </a:extLst>
          </p:cNvPr>
          <p:cNvSpPr>
            <a:spLocks noGrp="1"/>
          </p:cNvSpPr>
          <p:nvPr>
            <p:ph type="ftr" sz="quarter" idx="25"/>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10" name="Text Placeholder 17">
            <a:extLst>
              <a:ext uri="{FF2B5EF4-FFF2-40B4-BE49-F238E27FC236}">
                <a16:creationId xmlns:a16="http://schemas.microsoft.com/office/drawing/2014/main" id="{809B3D5F-3CCE-E2B2-3D13-2A518C72B6AA}"/>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8" name="Picture 7">
            <a:extLst>
              <a:ext uri="{FF2B5EF4-FFF2-40B4-BE49-F238E27FC236}">
                <a16:creationId xmlns:a16="http://schemas.microsoft.com/office/drawing/2014/main" id="{46FF38BA-1247-89CA-957C-648EA9945E0A}"/>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18098903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 halves_0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9C2BB8-EACF-49BB-8D2E-C426DB2D02DA}"/>
              </a:ext>
            </a:extLst>
          </p:cNvPr>
          <p:cNvSpPr/>
          <p:nvPr userDrawn="1"/>
        </p:nvSpPr>
        <p:spPr>
          <a:xfrm>
            <a:off x="6056157" y="0"/>
            <a:ext cx="613584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1474787" y="668703"/>
            <a:ext cx="9242426" cy="1218795"/>
          </a:xfrm>
          <a:prstGeom prst="rect">
            <a:avLst/>
          </a:prstGeom>
        </p:spPr>
        <p:txBody>
          <a:bodyPr wrap="square" lIns="0" tIns="0" rIns="0" bIns="0">
            <a:spAutoFit/>
          </a:bodyPr>
          <a:lstStyle>
            <a:lvl1pPr algn="ctr">
              <a:lnSpc>
                <a:spcPct val="90000"/>
              </a:lnSpc>
              <a:defRPr sz="4400" b="1" i="0">
                <a:latin typeface="Arial" panose="020B0604020202020204" pitchFamily="34" charset="0"/>
              </a:defRPr>
            </a:lvl1pPr>
          </a:lstStyle>
          <a:p>
            <a:pPr lvl="0"/>
            <a:r>
              <a:rPr lang="en-US"/>
              <a:t>Title goes here </a:t>
            </a:r>
            <a:br>
              <a:rPr lang="en-US"/>
            </a:br>
            <a:r>
              <a:rPr lang="en-US"/>
              <a:t>in few lines.</a:t>
            </a:r>
          </a:p>
        </p:txBody>
      </p:sp>
      <p:sp>
        <p:nvSpPr>
          <p:cNvPr id="2" name="Text Placeholder 41">
            <a:extLst>
              <a:ext uri="{FF2B5EF4-FFF2-40B4-BE49-F238E27FC236}">
                <a16:creationId xmlns:a16="http://schemas.microsoft.com/office/drawing/2014/main" id="{80EB8902-A0E3-4034-C5B9-C01E6525382A}"/>
              </a:ext>
            </a:extLst>
          </p:cNvPr>
          <p:cNvSpPr>
            <a:spLocks noGrp="1"/>
          </p:cNvSpPr>
          <p:nvPr>
            <p:ph type="body" sz="quarter" idx="16" hasCustomPrompt="1"/>
          </p:nvPr>
        </p:nvSpPr>
        <p:spPr>
          <a:xfrm>
            <a:off x="888247" y="3403599"/>
            <a:ext cx="4508998"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a:p>
            <a:pPr lvl="0"/>
            <a:endParaRPr lang="en-GB"/>
          </a:p>
        </p:txBody>
      </p:sp>
      <p:sp>
        <p:nvSpPr>
          <p:cNvPr id="4" name="Text Placeholder 41">
            <a:extLst>
              <a:ext uri="{FF2B5EF4-FFF2-40B4-BE49-F238E27FC236}">
                <a16:creationId xmlns:a16="http://schemas.microsoft.com/office/drawing/2014/main" id="{2250CADF-1419-F31D-C134-F2FC4BE4AC28}"/>
              </a:ext>
            </a:extLst>
          </p:cNvPr>
          <p:cNvSpPr>
            <a:spLocks noGrp="1"/>
          </p:cNvSpPr>
          <p:nvPr>
            <p:ph type="body" sz="quarter" idx="18" hasCustomPrompt="1"/>
          </p:nvPr>
        </p:nvSpPr>
        <p:spPr>
          <a:xfrm>
            <a:off x="6794755" y="3403599"/>
            <a:ext cx="4508998" cy="2526229"/>
          </a:xfrm>
        </p:spPr>
        <p:txBody>
          <a:bodyPr wrap="square">
            <a:noAutofit/>
          </a:bodyPr>
          <a:lstStyle>
            <a:lvl1pPr>
              <a:lnSpc>
                <a:spcPct val="110000"/>
              </a:lnSpc>
              <a:spcBef>
                <a:spcPts val="0"/>
              </a:spcBef>
              <a:spcAft>
                <a:spcPts val="1500"/>
              </a:spcAft>
              <a:defRPr sz="1300" b="0">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a:t>
            </a:r>
          </a:p>
        </p:txBody>
      </p:sp>
      <p:sp>
        <p:nvSpPr>
          <p:cNvPr id="5" name="Text Placeholder 41">
            <a:extLst>
              <a:ext uri="{FF2B5EF4-FFF2-40B4-BE49-F238E27FC236}">
                <a16:creationId xmlns:a16="http://schemas.microsoft.com/office/drawing/2014/main" id="{B7D41885-966E-5AC3-B0BC-C2B706450531}"/>
              </a:ext>
            </a:extLst>
          </p:cNvPr>
          <p:cNvSpPr>
            <a:spLocks noGrp="1"/>
          </p:cNvSpPr>
          <p:nvPr>
            <p:ph type="body" sz="quarter" idx="19" hasCustomPrompt="1"/>
          </p:nvPr>
        </p:nvSpPr>
        <p:spPr>
          <a:xfrm>
            <a:off x="888247" y="2808514"/>
            <a:ext cx="4508998" cy="457200"/>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r>
              <a:rPr lang="en-GB"/>
              <a:t> sit</a:t>
            </a:r>
          </a:p>
        </p:txBody>
      </p:sp>
      <p:sp>
        <p:nvSpPr>
          <p:cNvPr id="7" name="Text Placeholder 41">
            <a:extLst>
              <a:ext uri="{FF2B5EF4-FFF2-40B4-BE49-F238E27FC236}">
                <a16:creationId xmlns:a16="http://schemas.microsoft.com/office/drawing/2014/main" id="{BE5249A7-81A2-7E77-62BE-F5387BADA9EA}"/>
              </a:ext>
            </a:extLst>
          </p:cNvPr>
          <p:cNvSpPr>
            <a:spLocks noGrp="1"/>
          </p:cNvSpPr>
          <p:nvPr>
            <p:ph type="body" sz="quarter" idx="21" hasCustomPrompt="1"/>
          </p:nvPr>
        </p:nvSpPr>
        <p:spPr>
          <a:xfrm>
            <a:off x="6794755" y="2808513"/>
            <a:ext cx="4508998" cy="268515"/>
          </a:xfrm>
        </p:spPr>
        <p:txBody>
          <a:bodyPr wrap="square">
            <a:noAutofit/>
          </a:bodyPr>
          <a:lstStyle>
            <a:lvl1pPr>
              <a:lnSpc>
                <a:spcPct val="110000"/>
              </a:lnSpc>
              <a:spcBef>
                <a:spcPts val="0"/>
              </a:spcBef>
              <a:spcAft>
                <a:spcPts val="1500"/>
              </a:spcAft>
              <a:defRPr sz="1400" b="1">
                <a:solidFill>
                  <a:schemeClr val="tx1"/>
                </a:solidFill>
              </a:defRPr>
            </a:lvl1pPr>
            <a:lvl2pPr>
              <a:lnSpc>
                <a:spcPct val="110000"/>
              </a:lnSpc>
              <a:spcAft>
                <a:spcPts val="1200"/>
              </a:spcAft>
              <a:defRPr sz="1100">
                <a:solidFill>
                  <a:schemeClr val="tx1"/>
                </a:solidFill>
              </a:defRPr>
            </a:lvl2pPr>
          </a:lstStyle>
          <a:p>
            <a:pPr lvl="0"/>
            <a:r>
              <a:rPr lang="en-GB"/>
              <a:t>Lorem ipsum </a:t>
            </a:r>
            <a:r>
              <a:rPr lang="en-GB" err="1"/>
              <a:t>dolor</a:t>
            </a:r>
            <a:endParaRPr lang="en-GB"/>
          </a:p>
        </p:txBody>
      </p:sp>
      <p:sp>
        <p:nvSpPr>
          <p:cNvPr id="9" name="Slide Number Placeholder 8">
            <a:extLst>
              <a:ext uri="{FF2B5EF4-FFF2-40B4-BE49-F238E27FC236}">
                <a16:creationId xmlns:a16="http://schemas.microsoft.com/office/drawing/2014/main" id="{E7D0CFC5-C495-6A04-5C01-99854CEFA665}"/>
              </a:ext>
            </a:extLst>
          </p:cNvPr>
          <p:cNvSpPr>
            <a:spLocks noGrp="1"/>
          </p:cNvSpPr>
          <p:nvPr>
            <p:ph type="sldNum" sz="quarter" idx="23"/>
          </p:nvPr>
        </p:nvSpPr>
        <p:spPr/>
        <p:txBody>
          <a:bodyPr/>
          <a:lstStyle/>
          <a:p>
            <a:fld id="{EF2F7A32-C1EA-4F7E-B0A2-7FCB5BFE90DE}" type="slidenum">
              <a:rPr lang="en-AU" smtClean="0"/>
              <a:pPr/>
              <a:t>‹#›</a:t>
            </a:fld>
            <a:endParaRPr lang="en-AU"/>
          </a:p>
        </p:txBody>
      </p:sp>
      <p:sp>
        <p:nvSpPr>
          <p:cNvPr id="11" name="Footer Placeholder 2">
            <a:extLst>
              <a:ext uri="{FF2B5EF4-FFF2-40B4-BE49-F238E27FC236}">
                <a16:creationId xmlns:a16="http://schemas.microsoft.com/office/drawing/2014/main" id="{53BA68FD-ED13-5427-07C0-88BC7C135DC6}"/>
              </a:ext>
            </a:extLst>
          </p:cNvPr>
          <p:cNvSpPr>
            <a:spLocks noGrp="1"/>
          </p:cNvSpPr>
          <p:nvPr>
            <p:ph type="ftr" sz="quarter" idx="24"/>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12" name="Text Placeholder 17">
            <a:extLst>
              <a:ext uri="{FF2B5EF4-FFF2-40B4-BE49-F238E27FC236}">
                <a16:creationId xmlns:a16="http://schemas.microsoft.com/office/drawing/2014/main" id="{74C2D1D0-3F08-16B0-E26C-61EA415783B9}"/>
              </a:ext>
            </a:extLst>
          </p:cNvPr>
          <p:cNvSpPr>
            <a:spLocks noGrp="1"/>
          </p:cNvSpPr>
          <p:nvPr>
            <p:ph type="body" sz="quarter" idx="25"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pic>
        <p:nvPicPr>
          <p:cNvPr id="3" name="Picture 2">
            <a:extLst>
              <a:ext uri="{FF2B5EF4-FFF2-40B4-BE49-F238E27FC236}">
                <a16:creationId xmlns:a16="http://schemas.microsoft.com/office/drawing/2014/main" id="{A54CB638-FD97-AE38-14EC-D402AF5D3FF3}"/>
              </a:ext>
            </a:extLst>
          </p:cNvPr>
          <p:cNvPicPr>
            <a:picLocks noChangeAspect="1"/>
          </p:cNvPicPr>
          <p:nvPr userDrawn="1"/>
        </p:nvPicPr>
        <p:blipFill>
          <a:blip r:embed="rId2"/>
          <a:srcRect/>
          <a:stretch/>
        </p:blipFill>
        <p:spPr>
          <a:xfrm>
            <a:off x="1274936" y="6407123"/>
            <a:ext cx="525743" cy="153402"/>
          </a:xfrm>
          <a:prstGeom prst="rect">
            <a:avLst/>
          </a:prstGeom>
        </p:spPr>
      </p:pic>
    </p:spTree>
    <p:extLst>
      <p:ext uri="{BB962C8B-B14F-4D97-AF65-F5344CB8AC3E}">
        <p14:creationId xmlns:p14="http://schemas.microsoft.com/office/powerpoint/2010/main" val="40933081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Statement slide 02">
    <p:bg>
      <p:bgPr>
        <a:solidFill>
          <a:schemeClr val="tx1"/>
        </a:solidFill>
        <a:effectLst/>
      </p:bgPr>
    </p:bg>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2400828" y="3013501"/>
            <a:ext cx="7391400" cy="830997"/>
          </a:xfrm>
          <a:prstGeom prst="rect">
            <a:avLst/>
          </a:prstGeom>
        </p:spPr>
        <p:txBody>
          <a:bodyPr wrap="square" lIns="0" tIns="0" rIns="0" bIns="0" anchor="ctr">
            <a:spAutoFit/>
          </a:bodyPr>
          <a:lstStyle>
            <a:lvl1pPr algn="ctr">
              <a:lnSpc>
                <a:spcPct val="90000"/>
              </a:lnSpc>
              <a:defRPr sz="6000" b="1" i="0">
                <a:solidFill>
                  <a:schemeClr val="bg1"/>
                </a:solidFill>
                <a:latin typeface="Arial" panose="020B0604020202020204" pitchFamily="34" charset="0"/>
              </a:defRPr>
            </a:lvl1pPr>
          </a:lstStyle>
          <a:p>
            <a:pPr lvl="0"/>
            <a:r>
              <a:rPr lang="en-AU"/>
              <a:t>Statement here</a:t>
            </a:r>
          </a:p>
        </p:txBody>
      </p:sp>
      <p:sp>
        <p:nvSpPr>
          <p:cNvPr id="2" name="Slide Number Placeholder 4">
            <a:extLst>
              <a:ext uri="{FF2B5EF4-FFF2-40B4-BE49-F238E27FC236}">
                <a16:creationId xmlns:a16="http://schemas.microsoft.com/office/drawing/2014/main" id="{5AE3CDA2-2412-424E-EB5D-807B8297C023}"/>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5" name="Rectangle 4">
            <a:extLst>
              <a:ext uri="{FF2B5EF4-FFF2-40B4-BE49-F238E27FC236}">
                <a16:creationId xmlns:a16="http://schemas.microsoft.com/office/drawing/2014/main" id="{E195C82F-8391-45CA-796E-9C62809C45D9}"/>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41E22723-3CA5-0120-A19A-D1704A470896}"/>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FAC9D0D6-8246-112D-61AC-AE8523237617}"/>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A63D4AFD-3F4C-E496-59D9-409B8A3DC615}"/>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B8CF02CB-BDAA-F04E-A21A-8C23D17AFB70}"/>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F0C646F0-C695-82C9-8C7A-892686E89085}"/>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A07D49C5-AA9D-91E2-CF83-B273FA169A69}"/>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C17C82E7-6E9D-DF00-207A-42A90A1F42E2}"/>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pic>
        <p:nvPicPr>
          <p:cNvPr id="14" name="Picture 2" descr="TPG Telecom logo in transparent PNG and vectorized SVG formats">
            <a:extLst>
              <a:ext uri="{FF2B5EF4-FFF2-40B4-BE49-F238E27FC236}">
                <a16:creationId xmlns:a16="http://schemas.microsoft.com/office/drawing/2014/main" id="{6BD835F6-746C-1D75-6A79-80D8CACB30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5170" y="6397517"/>
            <a:ext cx="719334" cy="192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88978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le slide 0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F7055E9-8404-42FC-A1A5-9B014C717E7B}"/>
              </a:ext>
            </a:extLst>
          </p:cNvPr>
          <p:cNvSpPr/>
          <p:nvPr userDrawn="1"/>
        </p:nvSpPr>
        <p:spPr>
          <a:xfrm>
            <a:off x="6094943" y="0"/>
            <a:ext cx="3047998"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14" name="Rectangle 13">
            <a:extLst>
              <a:ext uri="{FF2B5EF4-FFF2-40B4-BE49-F238E27FC236}">
                <a16:creationId xmlns:a16="http://schemas.microsoft.com/office/drawing/2014/main" id="{24A9F13D-35D6-4879-BA50-7F74B3257597}"/>
              </a:ext>
            </a:extLst>
          </p:cNvPr>
          <p:cNvSpPr/>
          <p:nvPr userDrawn="1"/>
        </p:nvSpPr>
        <p:spPr>
          <a:xfrm>
            <a:off x="0" y="0"/>
            <a:ext cx="6095999"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19" name="Picture Placeholder 6">
            <a:extLst>
              <a:ext uri="{FF2B5EF4-FFF2-40B4-BE49-F238E27FC236}">
                <a16:creationId xmlns:a16="http://schemas.microsoft.com/office/drawing/2014/main" id="{D3471893-9E34-4B9F-BDD6-09E95B5D7FA1}"/>
              </a:ext>
            </a:extLst>
          </p:cNvPr>
          <p:cNvSpPr>
            <a:spLocks noGrp="1"/>
          </p:cNvSpPr>
          <p:nvPr>
            <p:ph type="pic" sz="quarter" idx="23" hasCustomPrompt="1"/>
          </p:nvPr>
        </p:nvSpPr>
        <p:spPr>
          <a:xfrm>
            <a:off x="9142940" y="0"/>
            <a:ext cx="3049060" cy="3429000"/>
          </a:xfrm>
          <a:prstGeom prst="rect">
            <a:avLst/>
          </a:prstGeom>
          <a:solidFill>
            <a:schemeClr val="accent5"/>
          </a:solidFill>
        </p:spPr>
        <p:txBody>
          <a:bodyPr lIns="108000" tIns="108000" rIns="0"/>
          <a:lstStyle>
            <a:lvl1pPr>
              <a:defRPr/>
            </a:lvl1pPr>
          </a:lstStyle>
          <a:p>
            <a:r>
              <a:rPr lang="en-AU"/>
              <a:t>Insert picture here</a:t>
            </a:r>
          </a:p>
        </p:txBody>
      </p:sp>
      <p:sp>
        <p:nvSpPr>
          <p:cNvPr id="8" name="Rectangle 7">
            <a:extLst>
              <a:ext uri="{FF2B5EF4-FFF2-40B4-BE49-F238E27FC236}">
                <a16:creationId xmlns:a16="http://schemas.microsoft.com/office/drawing/2014/main" id="{0242F225-2828-4D1B-9136-21D1BCC6A2D7}"/>
              </a:ext>
            </a:extLst>
          </p:cNvPr>
          <p:cNvSpPr/>
          <p:nvPr userDrawn="1"/>
        </p:nvSpPr>
        <p:spPr>
          <a:xfrm>
            <a:off x="3048000" y="3429000"/>
            <a:ext cx="3047998"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7" name="Picture Placeholder 6">
            <a:extLst>
              <a:ext uri="{FF2B5EF4-FFF2-40B4-BE49-F238E27FC236}">
                <a16:creationId xmlns:a16="http://schemas.microsoft.com/office/drawing/2014/main" id="{566B3302-79C9-47DD-926E-80E1C84AEE88}"/>
              </a:ext>
            </a:extLst>
          </p:cNvPr>
          <p:cNvSpPr>
            <a:spLocks noGrp="1"/>
          </p:cNvSpPr>
          <p:nvPr>
            <p:ph type="pic" sz="quarter" idx="12" hasCustomPrompt="1"/>
          </p:nvPr>
        </p:nvSpPr>
        <p:spPr>
          <a:xfrm>
            <a:off x="6096000" y="3429000"/>
            <a:ext cx="3046941" cy="3429000"/>
          </a:xfrm>
          <a:prstGeom prst="rect">
            <a:avLst/>
          </a:prstGeom>
          <a:solidFill>
            <a:schemeClr val="accent5"/>
          </a:solidFill>
        </p:spPr>
        <p:txBody>
          <a:bodyPr lIns="108000" tIns="108000" rIns="0"/>
          <a:lstStyle>
            <a:lvl1pPr>
              <a:defRPr/>
            </a:lvl1pPr>
          </a:lstStyle>
          <a:p>
            <a:r>
              <a:rPr lang="en-AU"/>
              <a:t>Insert picture here</a:t>
            </a:r>
          </a:p>
        </p:txBody>
      </p:sp>
      <p:sp>
        <p:nvSpPr>
          <p:cNvPr id="12" name="Picture Placeholder 6">
            <a:extLst>
              <a:ext uri="{FF2B5EF4-FFF2-40B4-BE49-F238E27FC236}">
                <a16:creationId xmlns:a16="http://schemas.microsoft.com/office/drawing/2014/main" id="{63FC71F7-D512-4D99-888E-4EC31D291D65}"/>
              </a:ext>
            </a:extLst>
          </p:cNvPr>
          <p:cNvSpPr>
            <a:spLocks noGrp="1"/>
          </p:cNvSpPr>
          <p:nvPr>
            <p:ph type="pic" sz="quarter" idx="18" hasCustomPrompt="1"/>
          </p:nvPr>
        </p:nvSpPr>
        <p:spPr>
          <a:xfrm>
            <a:off x="0" y="3429000"/>
            <a:ext cx="3046943" cy="3429000"/>
          </a:xfrm>
          <a:prstGeom prst="rect">
            <a:avLst/>
          </a:prstGeom>
          <a:solidFill>
            <a:schemeClr val="accent5"/>
          </a:solidFill>
        </p:spPr>
        <p:txBody>
          <a:bodyPr lIns="108000" tIns="108000" rIns="0"/>
          <a:lstStyle>
            <a:lvl1pPr>
              <a:defRPr/>
            </a:lvl1pPr>
          </a:lstStyle>
          <a:p>
            <a:r>
              <a:rPr lang="en-AU"/>
              <a:t>Insert picture here</a:t>
            </a:r>
          </a:p>
        </p:txBody>
      </p:sp>
      <p:sp>
        <p:nvSpPr>
          <p:cNvPr id="17" name="Rectangle 16">
            <a:extLst>
              <a:ext uri="{FF2B5EF4-FFF2-40B4-BE49-F238E27FC236}">
                <a16:creationId xmlns:a16="http://schemas.microsoft.com/office/drawing/2014/main" id="{B0576037-E950-4C59-A474-3775715A540C}"/>
              </a:ext>
            </a:extLst>
          </p:cNvPr>
          <p:cNvSpPr/>
          <p:nvPr userDrawn="1"/>
        </p:nvSpPr>
        <p:spPr>
          <a:xfrm>
            <a:off x="9142940" y="3429000"/>
            <a:ext cx="3051178" cy="342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18" name="Text Placeholder 41">
            <a:extLst>
              <a:ext uri="{FF2B5EF4-FFF2-40B4-BE49-F238E27FC236}">
                <a16:creationId xmlns:a16="http://schemas.microsoft.com/office/drawing/2014/main" id="{A8C27AFB-41F5-43FA-997F-17842EA5D564}"/>
              </a:ext>
            </a:extLst>
          </p:cNvPr>
          <p:cNvSpPr>
            <a:spLocks noGrp="1"/>
          </p:cNvSpPr>
          <p:nvPr>
            <p:ph type="body" sz="quarter" idx="22"/>
          </p:nvPr>
        </p:nvSpPr>
        <p:spPr>
          <a:xfrm>
            <a:off x="9439591" y="4068763"/>
            <a:ext cx="2258799" cy="2001837"/>
          </a:xfrm>
        </p:spPr>
        <p:txBody>
          <a:bodyPr/>
          <a:lstStyle>
            <a:lvl1pPr>
              <a:lnSpc>
                <a:spcPct val="110000"/>
              </a:lnSpc>
              <a:spcAft>
                <a:spcPts val="2600"/>
              </a:spcAft>
              <a:defRPr sz="1300">
                <a:solidFill>
                  <a:schemeClr val="bg1"/>
                </a:solidFill>
              </a:defRPr>
            </a:lvl1pPr>
            <a:lvl2pPr>
              <a:lnSpc>
                <a:spcPct val="110000"/>
              </a:lnSpc>
              <a:spcAft>
                <a:spcPts val="2600"/>
              </a:spcAft>
              <a:defRPr sz="1100">
                <a:solidFill>
                  <a:schemeClr val="bg1"/>
                </a:solidFill>
              </a:defRPr>
            </a:lvl2pPr>
          </a:lstStyle>
          <a:p>
            <a:pPr lvl="0"/>
            <a:r>
              <a:rPr lang="en-GB"/>
              <a:t>Click to edit Master text styles</a:t>
            </a:r>
          </a:p>
          <a:p>
            <a:pPr lvl="1"/>
            <a:r>
              <a:rPr lang="en-GB"/>
              <a:t>Second level</a:t>
            </a:r>
          </a:p>
        </p:txBody>
      </p:sp>
      <p:sp>
        <p:nvSpPr>
          <p:cNvPr id="24" name="Text Placeholder 8">
            <a:extLst>
              <a:ext uri="{FF2B5EF4-FFF2-40B4-BE49-F238E27FC236}">
                <a16:creationId xmlns:a16="http://schemas.microsoft.com/office/drawing/2014/main" id="{043F482C-5F50-46F2-89ED-9E56856F3481}"/>
              </a:ext>
            </a:extLst>
          </p:cNvPr>
          <p:cNvSpPr>
            <a:spLocks noGrp="1"/>
          </p:cNvSpPr>
          <p:nvPr>
            <p:ph type="body" sz="quarter" idx="21"/>
          </p:nvPr>
        </p:nvSpPr>
        <p:spPr>
          <a:xfrm>
            <a:off x="442913" y="2249488"/>
            <a:ext cx="5068886" cy="723438"/>
          </a:xfrm>
        </p:spPr>
        <p:txBody>
          <a:bodyPr wrap="square">
            <a:noAutofit/>
          </a:bodyPr>
          <a:lstStyle>
            <a:lvl1pPr>
              <a:lnSpc>
                <a:spcPct val="110000"/>
              </a:lnSpc>
              <a:defRPr sz="1100" b="0" i="0">
                <a:latin typeface="Arial" panose="020B0604020202020204" pitchFamily="34" charset="0"/>
              </a:defRPr>
            </a:lvl1pPr>
          </a:lstStyle>
          <a:p>
            <a:pPr lvl="0"/>
            <a:r>
              <a:rPr lang="en-GB"/>
              <a:t>Click to edit Master text styles</a:t>
            </a:r>
          </a:p>
        </p:txBody>
      </p:sp>
      <p:sp>
        <p:nvSpPr>
          <p:cNvPr id="21"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42913" y="652463"/>
            <a:ext cx="5086629" cy="830997"/>
          </a:xfrm>
          <a:prstGeom prst="rect">
            <a:avLst/>
          </a:prstGeom>
        </p:spPr>
        <p:txBody>
          <a:bodyPr wrap="square" lIns="0" tIns="0" rIns="0" bIns="0">
            <a:spAutoFit/>
          </a:bodyPr>
          <a:lstStyle>
            <a:lvl1pPr>
              <a:lnSpc>
                <a:spcPct val="90000"/>
              </a:lnSpc>
              <a:defRPr sz="3000" b="1" i="0">
                <a:latin typeface="Arial" panose="020B0604020202020204" pitchFamily="34" charset="0"/>
              </a:defRPr>
            </a:lvl1pPr>
          </a:lstStyle>
          <a:p>
            <a:pPr lvl="0"/>
            <a:r>
              <a:rPr lang="en-US"/>
              <a:t>Title goes here </a:t>
            </a:r>
            <a:br>
              <a:rPr lang="en-US"/>
            </a:br>
            <a:r>
              <a:rPr lang="en-US"/>
              <a:t>in few lines</a:t>
            </a:r>
          </a:p>
        </p:txBody>
      </p:sp>
      <p:sp>
        <p:nvSpPr>
          <p:cNvPr id="25" name="Text Placeholder 41">
            <a:extLst>
              <a:ext uri="{FF2B5EF4-FFF2-40B4-BE49-F238E27FC236}">
                <a16:creationId xmlns:a16="http://schemas.microsoft.com/office/drawing/2014/main" id="{774AB14C-8180-46D4-84A0-DAF722AEF8B8}"/>
              </a:ext>
            </a:extLst>
          </p:cNvPr>
          <p:cNvSpPr>
            <a:spLocks noGrp="1"/>
          </p:cNvSpPr>
          <p:nvPr>
            <p:ph type="body" sz="quarter" idx="17"/>
          </p:nvPr>
        </p:nvSpPr>
        <p:spPr>
          <a:xfrm>
            <a:off x="3344443" y="4068763"/>
            <a:ext cx="2257950" cy="1984057"/>
          </a:xfrm>
        </p:spPr>
        <p:txBody>
          <a:bodyPr>
            <a:noAutofit/>
          </a:bodyPr>
          <a:lstStyle>
            <a:lvl1pPr>
              <a:lnSpc>
                <a:spcPct val="110000"/>
              </a:lnSpc>
              <a:spcAft>
                <a:spcPts val="2600"/>
              </a:spcAft>
              <a:defRPr sz="1300">
                <a:solidFill>
                  <a:schemeClr val="bg1"/>
                </a:solidFill>
              </a:defRPr>
            </a:lvl1pPr>
            <a:lvl2pPr>
              <a:lnSpc>
                <a:spcPct val="110000"/>
              </a:lnSpc>
              <a:spcAft>
                <a:spcPts val="2600"/>
              </a:spcAft>
              <a:defRPr sz="1100">
                <a:solidFill>
                  <a:schemeClr val="bg1"/>
                </a:solidFill>
              </a:defRPr>
            </a:lvl2pPr>
          </a:lstStyle>
          <a:p>
            <a:pPr lvl="0"/>
            <a:r>
              <a:rPr lang="en-GB"/>
              <a:t>Click to edit Master text styles</a:t>
            </a:r>
          </a:p>
          <a:p>
            <a:pPr lvl="1"/>
            <a:r>
              <a:rPr lang="en-GB"/>
              <a:t>Second level</a:t>
            </a:r>
          </a:p>
        </p:txBody>
      </p:sp>
      <p:sp>
        <p:nvSpPr>
          <p:cNvPr id="26" name="Text Placeholder 41">
            <a:extLst>
              <a:ext uri="{FF2B5EF4-FFF2-40B4-BE49-F238E27FC236}">
                <a16:creationId xmlns:a16="http://schemas.microsoft.com/office/drawing/2014/main" id="{18F6428D-9F53-4F8B-9610-CBDB54298D1A}"/>
              </a:ext>
            </a:extLst>
          </p:cNvPr>
          <p:cNvSpPr>
            <a:spLocks noGrp="1"/>
          </p:cNvSpPr>
          <p:nvPr>
            <p:ph type="body" sz="quarter" idx="19"/>
          </p:nvPr>
        </p:nvSpPr>
        <p:spPr>
          <a:xfrm>
            <a:off x="6391386" y="652463"/>
            <a:ext cx="2257950" cy="1984057"/>
          </a:xfrm>
        </p:spPr>
        <p:txBody>
          <a:bodyPr>
            <a:noAutofit/>
          </a:bodyPr>
          <a:lstStyle>
            <a:lvl1pPr>
              <a:lnSpc>
                <a:spcPct val="110000"/>
              </a:lnSpc>
              <a:spcAft>
                <a:spcPts val="2600"/>
              </a:spcAft>
              <a:defRPr sz="1300">
                <a:solidFill>
                  <a:schemeClr val="bg1"/>
                </a:solidFill>
              </a:defRPr>
            </a:lvl1pPr>
            <a:lvl2pPr>
              <a:lnSpc>
                <a:spcPct val="110000"/>
              </a:lnSpc>
              <a:spcAft>
                <a:spcPts val="2600"/>
              </a:spcAft>
              <a:defRPr sz="1100">
                <a:solidFill>
                  <a:schemeClr val="bg1"/>
                </a:solidFill>
              </a:defRPr>
            </a:lvl2pPr>
          </a:lstStyle>
          <a:p>
            <a:pPr lvl="0"/>
            <a:r>
              <a:rPr lang="en-GB"/>
              <a:t>Click to edit Master text styles</a:t>
            </a:r>
          </a:p>
          <a:p>
            <a:pPr lvl="1"/>
            <a:r>
              <a:rPr lang="en-GB"/>
              <a:t>Second level</a:t>
            </a:r>
          </a:p>
        </p:txBody>
      </p:sp>
      <p:sp>
        <p:nvSpPr>
          <p:cNvPr id="2" name="Slide Number Placeholder 4">
            <a:extLst>
              <a:ext uri="{FF2B5EF4-FFF2-40B4-BE49-F238E27FC236}">
                <a16:creationId xmlns:a16="http://schemas.microsoft.com/office/drawing/2014/main" id="{EC8711B7-07FF-2B55-5316-4AF77A32F106}"/>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3" name="Rectangle 2">
            <a:extLst>
              <a:ext uri="{FF2B5EF4-FFF2-40B4-BE49-F238E27FC236}">
                <a16:creationId xmlns:a16="http://schemas.microsoft.com/office/drawing/2014/main" id="{2E4DF209-6FD3-A51D-C524-4E756AA899D5}"/>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4" name="Rectangle 3">
            <a:extLst>
              <a:ext uri="{FF2B5EF4-FFF2-40B4-BE49-F238E27FC236}">
                <a16:creationId xmlns:a16="http://schemas.microsoft.com/office/drawing/2014/main" id="{9A3C3DAD-02FC-7051-1BD4-A9AB1703D6FE}"/>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CA7D4FEE-5D26-BEB7-52A8-A5883A8C9ABB}"/>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8F1DD1AC-B388-5C9D-7017-3871F9119428}"/>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F1CE8F99-E6AF-9B48-6CD6-3E4EC82A174B}"/>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5B9EE8C0-92A5-97E4-EDDE-0B983E496FDA}"/>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5409CEFF-E717-81CA-D41A-B82C9CD8F404}"/>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A55B0452-23A3-45C0-0D45-C79B7D8789AA}"/>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Tree>
    <p:extLst>
      <p:ext uri="{BB962C8B-B14F-4D97-AF65-F5344CB8AC3E}">
        <p14:creationId xmlns:p14="http://schemas.microsoft.com/office/powerpoint/2010/main" val="339171654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le slide 06">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66B3302-79C9-47DD-926E-80E1C84AEE88}"/>
              </a:ext>
            </a:extLst>
          </p:cNvPr>
          <p:cNvSpPr>
            <a:spLocks noGrp="1"/>
          </p:cNvSpPr>
          <p:nvPr>
            <p:ph type="pic" sz="quarter" idx="12" hasCustomPrompt="1"/>
          </p:nvPr>
        </p:nvSpPr>
        <p:spPr>
          <a:xfrm>
            <a:off x="8301350" y="0"/>
            <a:ext cx="3890650" cy="2769616"/>
          </a:xfrm>
          <a:prstGeom prst="rect">
            <a:avLst/>
          </a:prstGeom>
          <a:solidFill>
            <a:schemeClr val="accent5"/>
          </a:solidFill>
        </p:spPr>
        <p:txBody>
          <a:bodyPr lIns="108000" tIns="108000" rIns="0"/>
          <a:lstStyle>
            <a:lvl1pPr>
              <a:defRPr/>
            </a:lvl1pPr>
          </a:lstStyle>
          <a:p>
            <a:r>
              <a:rPr lang="en-AU"/>
              <a:t>Insert picture here</a:t>
            </a:r>
          </a:p>
        </p:txBody>
      </p:sp>
      <p:sp>
        <p:nvSpPr>
          <p:cNvPr id="13" name="Picture Placeholder 6">
            <a:extLst>
              <a:ext uri="{FF2B5EF4-FFF2-40B4-BE49-F238E27FC236}">
                <a16:creationId xmlns:a16="http://schemas.microsoft.com/office/drawing/2014/main" id="{079273AD-EE87-428C-9734-FF298B00A9D6}"/>
              </a:ext>
            </a:extLst>
          </p:cNvPr>
          <p:cNvSpPr>
            <a:spLocks noGrp="1"/>
          </p:cNvSpPr>
          <p:nvPr>
            <p:ph type="pic" sz="quarter" idx="16" hasCustomPrompt="1"/>
          </p:nvPr>
        </p:nvSpPr>
        <p:spPr>
          <a:xfrm>
            <a:off x="4139428" y="0"/>
            <a:ext cx="4161922" cy="2769616"/>
          </a:xfrm>
          <a:prstGeom prst="rect">
            <a:avLst/>
          </a:prstGeom>
          <a:solidFill>
            <a:schemeClr val="accent5"/>
          </a:solidFill>
        </p:spPr>
        <p:txBody>
          <a:bodyPr lIns="108000" tIns="108000" rIns="0"/>
          <a:lstStyle>
            <a:lvl1pPr>
              <a:defRPr/>
            </a:lvl1pPr>
          </a:lstStyle>
          <a:p>
            <a:r>
              <a:rPr lang="en-AU"/>
              <a:t>Insert picture here</a:t>
            </a:r>
          </a:p>
        </p:txBody>
      </p:sp>
      <p:sp>
        <p:nvSpPr>
          <p:cNvPr id="14" name="Picture Placeholder 6">
            <a:extLst>
              <a:ext uri="{FF2B5EF4-FFF2-40B4-BE49-F238E27FC236}">
                <a16:creationId xmlns:a16="http://schemas.microsoft.com/office/drawing/2014/main" id="{DD10A8B2-CEF9-4306-AD7E-2E5F69D406B3}"/>
              </a:ext>
            </a:extLst>
          </p:cNvPr>
          <p:cNvSpPr>
            <a:spLocks noGrp="1"/>
          </p:cNvSpPr>
          <p:nvPr>
            <p:ph type="pic" sz="quarter" idx="17" hasCustomPrompt="1"/>
          </p:nvPr>
        </p:nvSpPr>
        <p:spPr>
          <a:xfrm>
            <a:off x="0" y="0"/>
            <a:ext cx="4139428" cy="2769616"/>
          </a:xfrm>
          <a:prstGeom prst="rect">
            <a:avLst/>
          </a:prstGeom>
          <a:solidFill>
            <a:schemeClr val="accent5"/>
          </a:solidFill>
        </p:spPr>
        <p:txBody>
          <a:bodyPr lIns="108000" tIns="108000" rIns="0"/>
          <a:lstStyle>
            <a:lvl1pPr>
              <a:defRPr/>
            </a:lvl1pPr>
          </a:lstStyle>
          <a:p>
            <a:r>
              <a:rPr lang="en-AU"/>
              <a:t>Insert picture here</a:t>
            </a:r>
          </a:p>
        </p:txBody>
      </p:sp>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1" y="3205740"/>
            <a:ext cx="5010430" cy="1218795"/>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br>
              <a:rPr lang="en-US"/>
            </a:br>
            <a:r>
              <a:rPr lang="en-US"/>
              <a:t>in few lines</a:t>
            </a:r>
          </a:p>
        </p:txBody>
      </p:sp>
      <p:sp>
        <p:nvSpPr>
          <p:cNvPr id="4" name="Slide Number Placeholder 3">
            <a:extLst>
              <a:ext uri="{FF2B5EF4-FFF2-40B4-BE49-F238E27FC236}">
                <a16:creationId xmlns:a16="http://schemas.microsoft.com/office/drawing/2014/main" id="{FAC9B062-A21E-7628-74B4-B1E62DACBDB5}"/>
              </a:ext>
            </a:extLst>
          </p:cNvPr>
          <p:cNvSpPr>
            <a:spLocks noGrp="1"/>
          </p:cNvSpPr>
          <p:nvPr>
            <p:ph type="sldNum" sz="quarter" idx="19"/>
          </p:nvPr>
        </p:nvSpPr>
        <p:spPr/>
        <p:txBody>
          <a:bodyPr/>
          <a:lstStyle/>
          <a:p>
            <a:fld id="{EF2F7A32-C1EA-4F7E-B0A2-7FCB5BFE90DE}" type="slidenum">
              <a:rPr lang="en-AU" smtClean="0"/>
              <a:pPr/>
              <a:t>‹#›</a:t>
            </a:fld>
            <a:endParaRPr lang="en-AU"/>
          </a:p>
        </p:txBody>
      </p:sp>
      <p:sp>
        <p:nvSpPr>
          <p:cNvPr id="6" name="Footer Placeholder 2">
            <a:extLst>
              <a:ext uri="{FF2B5EF4-FFF2-40B4-BE49-F238E27FC236}">
                <a16:creationId xmlns:a16="http://schemas.microsoft.com/office/drawing/2014/main" id="{45025039-C164-57D8-36CA-10345AC2FB70}"/>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8" name="Text Placeholder 17">
            <a:extLst>
              <a:ext uri="{FF2B5EF4-FFF2-40B4-BE49-F238E27FC236}">
                <a16:creationId xmlns:a16="http://schemas.microsoft.com/office/drawing/2014/main" id="{61978BC9-2597-4C10-E274-5528BBA4DD65}"/>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375567645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able 01">
    <p:spTree>
      <p:nvGrpSpPr>
        <p:cNvPr id="1" name=""/>
        <p:cNvGrpSpPr/>
        <p:nvPr/>
      </p:nvGrpSpPr>
      <p:grpSpPr>
        <a:xfrm>
          <a:off x="0" y="0"/>
          <a:ext cx="0" cy="0"/>
          <a:chOff x="0" y="0"/>
          <a:chExt cx="0" cy="0"/>
        </a:xfrm>
      </p:grpSpPr>
      <p:sp>
        <p:nvSpPr>
          <p:cNvPr id="10" name="Table Placeholder 9">
            <a:extLst>
              <a:ext uri="{FF2B5EF4-FFF2-40B4-BE49-F238E27FC236}">
                <a16:creationId xmlns:a16="http://schemas.microsoft.com/office/drawing/2014/main" id="{551F8D0F-539E-43EB-9DCF-3D170B91703E}"/>
              </a:ext>
            </a:extLst>
          </p:cNvPr>
          <p:cNvSpPr>
            <a:spLocks noGrp="1"/>
          </p:cNvSpPr>
          <p:nvPr>
            <p:ph type="tbl" sz="quarter" idx="16" hasCustomPrompt="1"/>
          </p:nvPr>
        </p:nvSpPr>
        <p:spPr>
          <a:xfrm>
            <a:off x="442913" y="1441342"/>
            <a:ext cx="11306176" cy="4703736"/>
          </a:xfrm>
          <a:noFill/>
        </p:spPr>
        <p:txBody>
          <a:bodyPr lIns="108000" tIns="108000" rIns="0"/>
          <a:lstStyle>
            <a:lvl1pPr>
              <a:defRPr/>
            </a:lvl1pPr>
          </a:lstStyle>
          <a:p>
            <a:r>
              <a:rPr lang="en-AU"/>
              <a:t>Insert table here</a:t>
            </a:r>
          </a:p>
        </p:txBody>
      </p:sp>
      <p:sp>
        <p:nvSpPr>
          <p:cNvPr id="8" name="Text Placeholder 234">
            <a:extLst>
              <a:ext uri="{FF2B5EF4-FFF2-40B4-BE49-F238E27FC236}">
                <a16:creationId xmlns:a16="http://schemas.microsoft.com/office/drawing/2014/main" id="{7B2147B6-2BB1-409A-8935-127D3A596DE4}"/>
              </a:ext>
            </a:extLst>
          </p:cNvPr>
          <p:cNvSpPr>
            <a:spLocks noGrp="1"/>
          </p:cNvSpPr>
          <p:nvPr>
            <p:ph type="body" sz="quarter" idx="15" hasCustomPrompt="1"/>
          </p:nvPr>
        </p:nvSpPr>
        <p:spPr>
          <a:xfrm>
            <a:off x="425170" y="725853"/>
            <a:ext cx="7067830" cy="609398"/>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p>
        </p:txBody>
      </p:sp>
      <p:sp>
        <p:nvSpPr>
          <p:cNvPr id="3" name="Slide Number Placeholder 2">
            <a:extLst>
              <a:ext uri="{FF2B5EF4-FFF2-40B4-BE49-F238E27FC236}">
                <a16:creationId xmlns:a16="http://schemas.microsoft.com/office/drawing/2014/main" id="{A7FDAA95-E486-7822-0E94-36D75ED1F5C7}"/>
              </a:ext>
            </a:extLst>
          </p:cNvPr>
          <p:cNvSpPr>
            <a:spLocks noGrp="1"/>
          </p:cNvSpPr>
          <p:nvPr>
            <p:ph type="sldNum" sz="quarter" idx="18"/>
          </p:nvPr>
        </p:nvSpPr>
        <p:spPr/>
        <p:txBody>
          <a:bodyPr/>
          <a:lstStyle/>
          <a:p>
            <a:fld id="{EF2F7A32-C1EA-4F7E-B0A2-7FCB5BFE90DE}" type="slidenum">
              <a:rPr lang="en-AU" smtClean="0"/>
              <a:pPr/>
              <a:t>‹#›</a:t>
            </a:fld>
            <a:endParaRPr lang="en-AU"/>
          </a:p>
        </p:txBody>
      </p:sp>
      <p:sp>
        <p:nvSpPr>
          <p:cNvPr id="6" name="Footer Placeholder 2">
            <a:extLst>
              <a:ext uri="{FF2B5EF4-FFF2-40B4-BE49-F238E27FC236}">
                <a16:creationId xmlns:a16="http://schemas.microsoft.com/office/drawing/2014/main" id="{BDA88862-EC8E-1E78-9A99-EC9EE62C17FB}"/>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7" name="Text Placeholder 17">
            <a:extLst>
              <a:ext uri="{FF2B5EF4-FFF2-40B4-BE49-F238E27FC236}">
                <a16:creationId xmlns:a16="http://schemas.microsoft.com/office/drawing/2014/main" id="{C35CE41E-3C0B-0377-28D5-4C325BCAFFB7}"/>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111859942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Images + text 0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42F225-2828-4D1B-9136-21D1BCC6A2D7}"/>
              </a:ext>
            </a:extLst>
          </p:cNvPr>
          <p:cNvSpPr/>
          <p:nvPr userDrawn="1"/>
        </p:nvSpPr>
        <p:spPr>
          <a:xfrm>
            <a:off x="-1" y="2764617"/>
            <a:ext cx="12192001" cy="409338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0" i="0">
              <a:latin typeface="Arial" panose="020B0604020202020204" pitchFamily="34" charset="0"/>
            </a:endParaRPr>
          </a:p>
        </p:txBody>
      </p:sp>
      <p:sp>
        <p:nvSpPr>
          <p:cNvPr id="42" name="Text Placeholder 41">
            <a:extLst>
              <a:ext uri="{FF2B5EF4-FFF2-40B4-BE49-F238E27FC236}">
                <a16:creationId xmlns:a16="http://schemas.microsoft.com/office/drawing/2014/main" id="{FCC5914C-BCE4-4E3B-8F2E-CBABD6188299}"/>
              </a:ext>
            </a:extLst>
          </p:cNvPr>
          <p:cNvSpPr>
            <a:spLocks noGrp="1"/>
          </p:cNvSpPr>
          <p:nvPr>
            <p:ph type="body" sz="quarter" idx="16" hasCustomPrompt="1"/>
          </p:nvPr>
        </p:nvSpPr>
        <p:spPr>
          <a:xfrm>
            <a:off x="442913" y="3175647"/>
            <a:ext cx="4343400" cy="2879078"/>
          </a:xfrm>
        </p:spPr>
        <p:txBody>
          <a:bodyPr wrap="square">
            <a:noAutofit/>
          </a:bodyPr>
          <a:lstStyle>
            <a:lvl1pPr>
              <a:lnSpc>
                <a:spcPct val="110000"/>
              </a:lnSpc>
              <a:spcAft>
                <a:spcPts val="1200"/>
              </a:spcAft>
              <a:defRPr>
                <a:solidFill>
                  <a:schemeClr val="bg1"/>
                </a:solidFill>
              </a:defRPr>
            </a:lvl1pPr>
            <a:lvl2pPr>
              <a:lnSpc>
                <a:spcPct val="110000"/>
              </a:lnSpc>
              <a:spcAft>
                <a:spcPts val="2600"/>
              </a:spcAft>
              <a:defRPr sz="1000">
                <a:solidFill>
                  <a:schemeClr val="bg1"/>
                </a:solidFill>
              </a:defRPr>
            </a:lvl2pPr>
            <a:lvl3pPr marL="177800" indent="-177800">
              <a:lnSpc>
                <a:spcPct val="100000"/>
              </a:lnSpc>
              <a:spcAft>
                <a:spcPts val="400"/>
              </a:spcAft>
              <a:defRPr sz="1200">
                <a:solidFill>
                  <a:srgbClr val="262626"/>
                </a:solidFill>
              </a:defRPr>
            </a:lvl3pPr>
            <a:lvl9pPr>
              <a:defRPr sz="1100" b="0" i="0">
                <a:solidFill>
                  <a:schemeClr val="bg1"/>
                </a:solidFill>
                <a:latin typeface="Arial" panose="020B0604020202020204" pitchFamily="34" charset="0"/>
              </a:defRPr>
            </a:lvl9pPr>
          </a:lstStyle>
          <a:p>
            <a:pPr lvl="0"/>
            <a:r>
              <a:rPr lang="en-US" err="1"/>
              <a:t>Subheader</a:t>
            </a:r>
            <a:r>
              <a:rPr lang="en-US"/>
              <a:t> goes here</a:t>
            </a:r>
          </a:p>
          <a:p>
            <a:pPr lvl="8"/>
            <a:r>
              <a:rPr lang="en-US"/>
              <a:t>Second level</a:t>
            </a:r>
          </a:p>
        </p:txBody>
      </p:sp>
      <p:sp>
        <p:nvSpPr>
          <p:cNvPr id="10" name="Picture Placeholder 6">
            <a:extLst>
              <a:ext uri="{FF2B5EF4-FFF2-40B4-BE49-F238E27FC236}">
                <a16:creationId xmlns:a16="http://schemas.microsoft.com/office/drawing/2014/main" id="{918CCDD8-D3CC-416C-9C55-03AC480970B1}"/>
              </a:ext>
            </a:extLst>
          </p:cNvPr>
          <p:cNvSpPr>
            <a:spLocks noGrp="1"/>
          </p:cNvSpPr>
          <p:nvPr>
            <p:ph type="pic" sz="quarter" idx="22" hasCustomPrompt="1"/>
          </p:nvPr>
        </p:nvSpPr>
        <p:spPr>
          <a:xfrm>
            <a:off x="6756955" y="3175647"/>
            <a:ext cx="4146613" cy="2764617"/>
          </a:xfrm>
          <a:prstGeom prst="rect">
            <a:avLst/>
          </a:prstGeom>
          <a:solidFill>
            <a:schemeClr val="bg1">
              <a:lumMod val="95000"/>
            </a:schemeClr>
          </a:solidFill>
        </p:spPr>
        <p:txBody>
          <a:bodyPr lIns="108000" tIns="108000" rIns="0"/>
          <a:lstStyle>
            <a:lvl1pPr>
              <a:defRPr/>
            </a:lvl1pPr>
          </a:lstStyle>
          <a:p>
            <a:r>
              <a:rPr lang="en-AU"/>
              <a:t>Insert picture here</a:t>
            </a:r>
          </a:p>
        </p:txBody>
      </p:sp>
      <p:sp>
        <p:nvSpPr>
          <p:cNvPr id="9" name="Text Placeholder 234">
            <a:extLst>
              <a:ext uri="{FF2B5EF4-FFF2-40B4-BE49-F238E27FC236}">
                <a16:creationId xmlns:a16="http://schemas.microsoft.com/office/drawing/2014/main" id="{889FC9F3-B02E-492E-A38B-E8F2FB3644B6}"/>
              </a:ext>
            </a:extLst>
          </p:cNvPr>
          <p:cNvSpPr>
            <a:spLocks noGrp="1"/>
          </p:cNvSpPr>
          <p:nvPr>
            <p:ph type="body" sz="quarter" idx="15" hasCustomPrompt="1"/>
          </p:nvPr>
        </p:nvSpPr>
        <p:spPr>
          <a:xfrm>
            <a:off x="425170" y="586153"/>
            <a:ext cx="7326593" cy="1786219"/>
          </a:xfrm>
          <a:prstGeom prst="rect">
            <a:avLst/>
          </a:prstGeom>
        </p:spPr>
        <p:txBody>
          <a:bodyPr wrap="square" lIns="0" tIns="0" rIns="0" bIns="0" anchor="t">
            <a:noAutofit/>
          </a:bodyPr>
          <a:lstStyle>
            <a:lvl1pPr>
              <a:lnSpc>
                <a:spcPct val="90000"/>
              </a:lnSpc>
              <a:defRPr sz="4400" b="1" i="0">
                <a:latin typeface="Arial" panose="020B0604020202020204" pitchFamily="34" charset="0"/>
              </a:defRPr>
            </a:lvl1pPr>
          </a:lstStyle>
          <a:p>
            <a:pPr lvl="0"/>
            <a:r>
              <a:rPr lang="en-US"/>
              <a:t>Title goes here </a:t>
            </a:r>
            <a:br>
              <a:rPr lang="en-US"/>
            </a:br>
            <a:r>
              <a:rPr lang="en-US"/>
              <a:t>in few lines</a:t>
            </a:r>
          </a:p>
        </p:txBody>
      </p:sp>
      <p:sp>
        <p:nvSpPr>
          <p:cNvPr id="3" name="Footer Placeholder 36">
            <a:extLst>
              <a:ext uri="{FF2B5EF4-FFF2-40B4-BE49-F238E27FC236}">
                <a16:creationId xmlns:a16="http://schemas.microsoft.com/office/drawing/2014/main" id="{6E37D3E6-10AA-6787-6080-FA70A53C797A}"/>
              </a:ext>
            </a:extLst>
          </p:cNvPr>
          <p:cNvSpPr>
            <a:spLocks noGrp="1"/>
          </p:cNvSpPr>
          <p:nvPr>
            <p:ph type="ftr" sz="quarter" idx="3"/>
          </p:nvPr>
        </p:nvSpPr>
        <p:spPr>
          <a:xfrm>
            <a:off x="8888413" y="6449910"/>
            <a:ext cx="2497138" cy="139898"/>
          </a:xfrm>
          <a:prstGeom prst="rect">
            <a:avLst/>
          </a:prstGeom>
        </p:spPr>
        <p:txBody>
          <a:bodyPr vert="horz" wrap="square" lIns="0" tIns="0" rIns="0" bIns="0" rtlCol="0" anchor="ctr">
            <a:noAutofit/>
          </a:bodyPr>
          <a:lstStyle>
            <a:lvl1pPr algn="l">
              <a:defRPr sz="900" b="0" i="0">
                <a:solidFill>
                  <a:schemeClr val="bg1">
                    <a:alpha val="70000"/>
                  </a:schemeClr>
                </a:solidFill>
                <a:latin typeface="Arial" panose="020B0604020202020204" pitchFamily="34" charset="0"/>
              </a:defRPr>
            </a:lvl1pPr>
          </a:lstStyle>
          <a:p>
            <a:r>
              <a:rPr lang="en-AU"/>
              <a:t>Presentation Name</a:t>
            </a:r>
          </a:p>
        </p:txBody>
      </p:sp>
      <p:pic>
        <p:nvPicPr>
          <p:cNvPr id="14" name="Picture 2" descr="TPG Telecom logo in transparent PNG and vectorized SVG formats">
            <a:extLst>
              <a:ext uri="{FF2B5EF4-FFF2-40B4-BE49-F238E27FC236}">
                <a16:creationId xmlns:a16="http://schemas.microsoft.com/office/drawing/2014/main" id="{03786CB6-4C33-6BE6-C04C-D9DA92EBEB3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5170" y="6397517"/>
            <a:ext cx="719334" cy="19229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4">
            <a:extLst>
              <a:ext uri="{FF2B5EF4-FFF2-40B4-BE49-F238E27FC236}">
                <a16:creationId xmlns:a16="http://schemas.microsoft.com/office/drawing/2014/main" id="{F514E767-F9EA-DD0A-6670-0ACAB7C66770}"/>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2" name="Rectangle 1">
            <a:extLst>
              <a:ext uri="{FF2B5EF4-FFF2-40B4-BE49-F238E27FC236}">
                <a16:creationId xmlns:a16="http://schemas.microsoft.com/office/drawing/2014/main" id="{C7F02274-B6BF-6206-8224-BAC9AFA0CD4D}"/>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5" name="Rectangle 4">
            <a:extLst>
              <a:ext uri="{FF2B5EF4-FFF2-40B4-BE49-F238E27FC236}">
                <a16:creationId xmlns:a16="http://schemas.microsoft.com/office/drawing/2014/main" id="{1E40DF75-FFEA-D527-CF5E-5A98AA5F9CFD}"/>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C65965BB-AA0A-7BD0-3133-E43E27618D56}"/>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FAC258B0-3D37-F3C7-9190-4FCD26BD4401}"/>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DDA45668-27D2-8F0D-DA5A-467297FB047C}"/>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A22E3DF1-81EF-0AF4-4A07-59623BA2FC02}"/>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5" name="Rectangle 14">
            <a:extLst>
              <a:ext uri="{FF2B5EF4-FFF2-40B4-BE49-F238E27FC236}">
                <a16:creationId xmlns:a16="http://schemas.microsoft.com/office/drawing/2014/main" id="{9EB2C0CF-3B6A-D613-5055-73F80C95B6A4}"/>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6" name="TextBox 15">
            <a:extLst>
              <a:ext uri="{FF2B5EF4-FFF2-40B4-BE49-F238E27FC236}">
                <a16:creationId xmlns:a16="http://schemas.microsoft.com/office/drawing/2014/main" id="{C399B6FF-C6CA-D75D-E157-0E930485DE15}"/>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
        <p:nvSpPr>
          <p:cNvPr id="18" name="Footer Placeholder 2">
            <a:extLst>
              <a:ext uri="{FF2B5EF4-FFF2-40B4-BE49-F238E27FC236}">
                <a16:creationId xmlns:a16="http://schemas.microsoft.com/office/drawing/2014/main" id="{C3456CE1-A269-2A4A-E27E-8E8DB9504BA2}"/>
              </a:ext>
            </a:extLst>
          </p:cNvPr>
          <p:cNvSpPr txBox="1">
            <a:spLocks/>
          </p:cNvSpPr>
          <p:nvPr userDrawn="1"/>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19" name="Text Placeholder 17">
            <a:extLst>
              <a:ext uri="{FF2B5EF4-FFF2-40B4-BE49-F238E27FC236}">
                <a16:creationId xmlns:a16="http://schemas.microsoft.com/office/drawing/2014/main" id="{4B5A4B43-7302-9C8D-C4E9-73D870CC88AE}"/>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10107610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Images + text 0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422E6B-CC61-401E-9267-9C5A5A21B4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B5173E6B-D204-12E3-C0A7-CFFC69641625}"/>
              </a:ext>
            </a:extLst>
          </p:cNvPr>
          <p:cNvSpPr/>
          <p:nvPr userDrawn="1"/>
        </p:nvSpPr>
        <p:spPr>
          <a:xfrm>
            <a:off x="0" y="-1"/>
            <a:ext cx="12191999" cy="6858001"/>
          </a:xfrm>
          <a:prstGeom prst="rect">
            <a:avLst/>
          </a:prstGeom>
          <a:solidFill>
            <a:srgbClr val="15363F">
              <a:alpha val="41000"/>
            </a:srgbClr>
          </a:solidFill>
        </p:spPr>
        <p:txBody>
          <a:bodyPr wrap="square" lIns="0" tIns="0" rIns="0" bIns="0" rtlCol="0" anchor="ctr">
            <a:spAutoFit/>
          </a:bodyPr>
          <a:lstStyle/>
          <a:p>
            <a:pPr algn="ctr"/>
            <a:endParaRPr lang="en-US" sz="900">
              <a:latin typeface="Graphik Regular" charset="0"/>
              <a:ea typeface="Graphik Regular" charset="0"/>
              <a:cs typeface="Graphik Regular" charset="0"/>
            </a:endParaRPr>
          </a:p>
        </p:txBody>
      </p:sp>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2400828" y="2777272"/>
            <a:ext cx="7391400" cy="1218795"/>
          </a:xfrm>
          <a:prstGeom prst="rect">
            <a:avLst/>
          </a:prstGeom>
        </p:spPr>
        <p:txBody>
          <a:bodyPr wrap="square" lIns="0" tIns="0" rIns="0" bIns="0" anchor="ctr">
            <a:spAutoFit/>
          </a:bodyPr>
          <a:lstStyle>
            <a:lvl1pPr algn="ctr">
              <a:lnSpc>
                <a:spcPct val="90000"/>
              </a:lnSpc>
              <a:defRPr sz="4400" b="1" i="0">
                <a:solidFill>
                  <a:schemeClr val="bg1"/>
                </a:solidFill>
                <a:latin typeface="Arial" panose="020B0604020202020204" pitchFamily="34" charset="0"/>
              </a:defRPr>
            </a:lvl1pPr>
          </a:lstStyle>
          <a:p>
            <a:pPr lvl="0"/>
            <a:r>
              <a:rPr lang="en-AU"/>
              <a:t>“Put a quote </a:t>
            </a:r>
          </a:p>
          <a:p>
            <a:pPr lvl="0"/>
            <a:r>
              <a:rPr lang="en-AU"/>
              <a:t>on top of the image.”</a:t>
            </a:r>
          </a:p>
        </p:txBody>
      </p:sp>
      <p:sp>
        <p:nvSpPr>
          <p:cNvPr id="11" name="Text Placeholder 8">
            <a:extLst>
              <a:ext uri="{FF2B5EF4-FFF2-40B4-BE49-F238E27FC236}">
                <a16:creationId xmlns:a16="http://schemas.microsoft.com/office/drawing/2014/main" id="{D0AFEB63-0555-4212-AFBD-9EA8C8127535}"/>
              </a:ext>
            </a:extLst>
          </p:cNvPr>
          <p:cNvSpPr>
            <a:spLocks noGrp="1"/>
          </p:cNvSpPr>
          <p:nvPr>
            <p:ph type="body" sz="quarter" idx="21" hasCustomPrompt="1"/>
          </p:nvPr>
        </p:nvSpPr>
        <p:spPr>
          <a:xfrm>
            <a:off x="2400828" y="4197883"/>
            <a:ext cx="7391400" cy="218586"/>
          </a:xfrm>
        </p:spPr>
        <p:txBody>
          <a:bodyPr wrap="square" anchor="t">
            <a:spAutoFit/>
          </a:bodyPr>
          <a:lstStyle>
            <a:lvl1pPr algn="ctr">
              <a:lnSpc>
                <a:spcPct val="110000"/>
              </a:lnSpc>
              <a:defRPr sz="1400" b="0" i="0">
                <a:solidFill>
                  <a:schemeClr val="bg1"/>
                </a:solidFill>
                <a:latin typeface="Arial" panose="020B0604020202020204" pitchFamily="34" charset="0"/>
              </a:defRPr>
            </a:lvl1pPr>
          </a:lstStyle>
          <a:p>
            <a:pPr lvl="0"/>
            <a:r>
              <a:rPr lang="en-US"/>
              <a:t>Who said it?</a:t>
            </a:r>
          </a:p>
        </p:txBody>
      </p:sp>
      <p:pic>
        <p:nvPicPr>
          <p:cNvPr id="3" name="Picture 2" descr="TPG Telecom logo in transparent PNG and vectorized SVG formats">
            <a:extLst>
              <a:ext uri="{FF2B5EF4-FFF2-40B4-BE49-F238E27FC236}">
                <a16:creationId xmlns:a16="http://schemas.microsoft.com/office/drawing/2014/main" id="{935C09ED-C381-0977-F85E-B2E7D6B69CC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5170" y="6397517"/>
            <a:ext cx="719334" cy="19229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32A4E668-80FD-FB9D-001E-CD29552AEECB}"/>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bg1">
                    <a:alpha val="70000"/>
                  </a:schemeClr>
                </a:solidFill>
                <a:latin typeface="Arial" panose="020B0604020202020204" pitchFamily="34" charset="0"/>
              </a:defRPr>
            </a:lvl1pPr>
          </a:lstStyle>
          <a:p>
            <a:fld id="{EF2F7A32-C1EA-4F7E-B0A2-7FCB5BFE90DE}" type="slidenum">
              <a:rPr lang="en-AU" smtClean="0"/>
              <a:pPr/>
              <a:t>‹#›</a:t>
            </a:fld>
            <a:endParaRPr lang="en-AU"/>
          </a:p>
        </p:txBody>
      </p:sp>
      <p:sp>
        <p:nvSpPr>
          <p:cNvPr id="7" name="Rectangle 6">
            <a:extLst>
              <a:ext uri="{FF2B5EF4-FFF2-40B4-BE49-F238E27FC236}">
                <a16:creationId xmlns:a16="http://schemas.microsoft.com/office/drawing/2014/main" id="{C538F4C1-0CA2-B468-2604-12A3BCF43215}"/>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8E3655F4-3CE5-97DB-7573-8C8D0AE65DE0}"/>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1E1C504F-14AA-98A8-623B-0E2AAFC115C5}"/>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1EA8058F-B3DE-1F3C-4065-EACF0529D078}"/>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E140D0D4-82A9-C66A-7766-F17FB91523F9}"/>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Rectangle 12">
            <a:extLst>
              <a:ext uri="{FF2B5EF4-FFF2-40B4-BE49-F238E27FC236}">
                <a16:creationId xmlns:a16="http://schemas.microsoft.com/office/drawing/2014/main" id="{B26B482A-6A25-4CCF-46ED-83819E01E92B}"/>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4" name="Rectangle 13">
            <a:extLst>
              <a:ext uri="{FF2B5EF4-FFF2-40B4-BE49-F238E27FC236}">
                <a16:creationId xmlns:a16="http://schemas.microsoft.com/office/drawing/2014/main" id="{B94478D1-A4C4-C40B-764B-50B670C19488}"/>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5" name="TextBox 14">
            <a:extLst>
              <a:ext uri="{FF2B5EF4-FFF2-40B4-BE49-F238E27FC236}">
                <a16:creationId xmlns:a16="http://schemas.microsoft.com/office/drawing/2014/main" id="{454B336A-4CD8-8158-359C-0716E706F882}"/>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Tree>
    <p:extLst>
      <p:ext uri="{BB962C8B-B14F-4D97-AF65-F5344CB8AC3E}">
        <p14:creationId xmlns:p14="http://schemas.microsoft.com/office/powerpoint/2010/main" val="1733395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mages + text 1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66B3302-79C9-47DD-926E-80E1C84AEE88}"/>
              </a:ext>
            </a:extLst>
          </p:cNvPr>
          <p:cNvSpPr>
            <a:spLocks noGrp="1"/>
          </p:cNvSpPr>
          <p:nvPr>
            <p:ph type="pic" sz="quarter" idx="12" hasCustomPrompt="1"/>
          </p:nvPr>
        </p:nvSpPr>
        <p:spPr>
          <a:xfrm>
            <a:off x="3594628" y="831850"/>
            <a:ext cx="5130800" cy="5130800"/>
          </a:xfrm>
          <a:prstGeom prst="ellipse">
            <a:avLst/>
          </a:prstGeom>
          <a:solidFill>
            <a:schemeClr val="accent5"/>
          </a:solidFill>
        </p:spPr>
        <p:txBody>
          <a:bodyPr lIns="0" tIns="108000" rIns="0" anchor="b"/>
          <a:lstStyle>
            <a:lvl1pPr algn="ctr">
              <a:defRPr/>
            </a:lvl1pPr>
          </a:lstStyle>
          <a:p>
            <a:r>
              <a:rPr lang="en-AU"/>
              <a:t>Insert picture here</a:t>
            </a:r>
          </a:p>
        </p:txBody>
      </p:sp>
      <p:sp>
        <p:nvSpPr>
          <p:cNvPr id="9" name="Text Placeholder 234">
            <a:extLst>
              <a:ext uri="{FF2B5EF4-FFF2-40B4-BE49-F238E27FC236}">
                <a16:creationId xmlns:a16="http://schemas.microsoft.com/office/drawing/2014/main" id="{2CC7B15E-0965-4A14-ACF5-CC9AB7323E36}"/>
              </a:ext>
            </a:extLst>
          </p:cNvPr>
          <p:cNvSpPr>
            <a:spLocks noGrp="1"/>
          </p:cNvSpPr>
          <p:nvPr>
            <p:ph type="body" sz="quarter" idx="15" hasCustomPrompt="1"/>
          </p:nvPr>
        </p:nvSpPr>
        <p:spPr>
          <a:xfrm>
            <a:off x="425171" y="1202103"/>
            <a:ext cx="5010430" cy="1218795"/>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a:t>
            </a:r>
            <a:br>
              <a:rPr lang="en-US"/>
            </a:br>
            <a:r>
              <a:rPr lang="en-US"/>
              <a:t>in few lines</a:t>
            </a:r>
          </a:p>
        </p:txBody>
      </p:sp>
      <p:sp>
        <p:nvSpPr>
          <p:cNvPr id="3" name="Slide Number Placeholder 2">
            <a:extLst>
              <a:ext uri="{FF2B5EF4-FFF2-40B4-BE49-F238E27FC236}">
                <a16:creationId xmlns:a16="http://schemas.microsoft.com/office/drawing/2014/main" id="{F9F1556A-FB87-AB4A-656D-79802158B382}"/>
              </a:ext>
            </a:extLst>
          </p:cNvPr>
          <p:cNvSpPr>
            <a:spLocks noGrp="1"/>
          </p:cNvSpPr>
          <p:nvPr>
            <p:ph type="sldNum" sz="quarter" idx="17"/>
          </p:nvPr>
        </p:nvSpPr>
        <p:spPr/>
        <p:txBody>
          <a:bodyPr/>
          <a:lstStyle/>
          <a:p>
            <a:fld id="{EF2F7A32-C1EA-4F7E-B0A2-7FCB5BFE90DE}" type="slidenum">
              <a:rPr lang="en-AU" smtClean="0"/>
              <a:pPr/>
              <a:t>‹#›</a:t>
            </a:fld>
            <a:endParaRPr lang="en-AU"/>
          </a:p>
        </p:txBody>
      </p:sp>
      <p:sp>
        <p:nvSpPr>
          <p:cNvPr id="5" name="Footer Placeholder 2">
            <a:extLst>
              <a:ext uri="{FF2B5EF4-FFF2-40B4-BE49-F238E27FC236}">
                <a16:creationId xmlns:a16="http://schemas.microsoft.com/office/drawing/2014/main" id="{D8693320-D288-0C5C-C5EE-A3C18B436EED}"/>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6" name="Text Placeholder 17">
            <a:extLst>
              <a:ext uri="{FF2B5EF4-FFF2-40B4-BE49-F238E27FC236}">
                <a16:creationId xmlns:a16="http://schemas.microsoft.com/office/drawing/2014/main" id="{CA23F94E-DD06-C5FC-99BB-B353C793874B}"/>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248090105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Images + text 12">
    <p:spTree>
      <p:nvGrpSpPr>
        <p:cNvPr id="1" name=""/>
        <p:cNvGrpSpPr/>
        <p:nvPr/>
      </p:nvGrpSpPr>
      <p:grpSpPr>
        <a:xfrm>
          <a:off x="0" y="0"/>
          <a:ext cx="0" cy="0"/>
          <a:chOff x="0" y="0"/>
          <a:chExt cx="0" cy="0"/>
        </a:xfrm>
      </p:grpSpPr>
      <p:sp>
        <p:nvSpPr>
          <p:cNvPr id="42" name="Text Placeholder 41">
            <a:extLst>
              <a:ext uri="{FF2B5EF4-FFF2-40B4-BE49-F238E27FC236}">
                <a16:creationId xmlns:a16="http://schemas.microsoft.com/office/drawing/2014/main" id="{FCC5914C-BCE4-4E3B-8F2E-CBABD6188299}"/>
              </a:ext>
            </a:extLst>
          </p:cNvPr>
          <p:cNvSpPr>
            <a:spLocks noGrp="1"/>
          </p:cNvSpPr>
          <p:nvPr>
            <p:ph type="body" sz="quarter" idx="16"/>
          </p:nvPr>
        </p:nvSpPr>
        <p:spPr>
          <a:xfrm>
            <a:off x="442913" y="2989263"/>
            <a:ext cx="2738437" cy="3065462"/>
          </a:xfrm>
        </p:spPr>
        <p:txBody>
          <a:bodyPr>
            <a:noAutofit/>
          </a:bodyPr>
          <a:lstStyle>
            <a:lvl1pPr>
              <a:lnSpc>
                <a:spcPct val="110000"/>
              </a:lnSpc>
              <a:spcAft>
                <a:spcPts val="2600"/>
              </a:spcAft>
              <a:defRPr sz="1300">
                <a:solidFill>
                  <a:schemeClr val="tx1"/>
                </a:solidFill>
              </a:defRPr>
            </a:lvl1pPr>
            <a:lvl2pPr>
              <a:lnSpc>
                <a:spcPct val="110000"/>
              </a:lnSpc>
              <a:spcAft>
                <a:spcPts val="2600"/>
              </a:spcAft>
              <a:defRPr sz="1100">
                <a:solidFill>
                  <a:schemeClr val="tx1"/>
                </a:solidFill>
              </a:defRPr>
            </a:lvl2pPr>
          </a:lstStyle>
          <a:p>
            <a:pPr lvl="0"/>
            <a:r>
              <a:rPr lang="en-GB"/>
              <a:t>Click to edit Master text styles</a:t>
            </a:r>
          </a:p>
          <a:p>
            <a:pPr lvl="1"/>
            <a:r>
              <a:rPr lang="en-GB"/>
              <a:t>Second level</a:t>
            </a:r>
          </a:p>
        </p:txBody>
      </p:sp>
      <p:sp>
        <p:nvSpPr>
          <p:cNvPr id="43" name="Text Placeholder 41">
            <a:extLst>
              <a:ext uri="{FF2B5EF4-FFF2-40B4-BE49-F238E27FC236}">
                <a16:creationId xmlns:a16="http://schemas.microsoft.com/office/drawing/2014/main" id="{774AB14C-8180-46D4-84A0-DAF722AEF8B8}"/>
              </a:ext>
            </a:extLst>
          </p:cNvPr>
          <p:cNvSpPr>
            <a:spLocks noGrp="1"/>
          </p:cNvSpPr>
          <p:nvPr>
            <p:ph type="body" sz="quarter" idx="17"/>
          </p:nvPr>
        </p:nvSpPr>
        <p:spPr>
          <a:xfrm>
            <a:off x="3719513" y="2989263"/>
            <a:ext cx="2739600" cy="3065462"/>
          </a:xfrm>
        </p:spPr>
        <p:txBody>
          <a:bodyPr>
            <a:noAutofit/>
          </a:bodyPr>
          <a:lstStyle>
            <a:lvl1pPr>
              <a:lnSpc>
                <a:spcPct val="110000"/>
              </a:lnSpc>
              <a:spcAft>
                <a:spcPts val="2600"/>
              </a:spcAft>
              <a:defRPr sz="1300">
                <a:solidFill>
                  <a:schemeClr val="tx1"/>
                </a:solidFill>
              </a:defRPr>
            </a:lvl1pPr>
            <a:lvl2pPr>
              <a:lnSpc>
                <a:spcPct val="110000"/>
              </a:lnSpc>
              <a:spcAft>
                <a:spcPts val="2600"/>
              </a:spcAft>
              <a:defRPr sz="1100">
                <a:solidFill>
                  <a:schemeClr val="tx1"/>
                </a:solidFill>
              </a:defRPr>
            </a:lvl2pPr>
          </a:lstStyle>
          <a:p>
            <a:pPr lvl="0"/>
            <a:r>
              <a:rPr lang="en-GB"/>
              <a:t>Click to edit Master text styles</a:t>
            </a:r>
          </a:p>
          <a:p>
            <a:pPr lvl="1"/>
            <a:r>
              <a:rPr lang="en-GB"/>
              <a:t>Second level</a:t>
            </a:r>
          </a:p>
        </p:txBody>
      </p:sp>
      <p:sp>
        <p:nvSpPr>
          <p:cNvPr id="6" name="Picture Placeholder 6">
            <a:extLst>
              <a:ext uri="{FF2B5EF4-FFF2-40B4-BE49-F238E27FC236}">
                <a16:creationId xmlns:a16="http://schemas.microsoft.com/office/drawing/2014/main" id="{FCECB0C1-3501-458F-A7DD-27153BB909C5}"/>
              </a:ext>
            </a:extLst>
          </p:cNvPr>
          <p:cNvSpPr>
            <a:spLocks noGrp="1"/>
          </p:cNvSpPr>
          <p:nvPr>
            <p:ph type="pic" sz="quarter" idx="12" hasCustomPrompt="1"/>
          </p:nvPr>
        </p:nvSpPr>
        <p:spPr>
          <a:xfrm>
            <a:off x="6826778" y="-501650"/>
            <a:ext cx="5130800" cy="5130800"/>
          </a:xfrm>
          <a:prstGeom prst="ellipse">
            <a:avLst/>
          </a:prstGeom>
          <a:solidFill>
            <a:schemeClr val="accent5"/>
          </a:solidFill>
        </p:spPr>
        <p:txBody>
          <a:bodyPr lIns="0" tIns="108000" rIns="0"/>
          <a:lstStyle>
            <a:lvl1pPr algn="ctr">
              <a:defRPr/>
            </a:lvl1pPr>
          </a:lstStyle>
          <a:p>
            <a:r>
              <a:rPr lang="en-AU"/>
              <a:t>Insert picture here</a:t>
            </a:r>
          </a:p>
        </p:txBody>
      </p:sp>
      <p:sp>
        <p:nvSpPr>
          <p:cNvPr id="10" name="Text Placeholder 234">
            <a:extLst>
              <a:ext uri="{FF2B5EF4-FFF2-40B4-BE49-F238E27FC236}">
                <a16:creationId xmlns:a16="http://schemas.microsoft.com/office/drawing/2014/main" id="{DC023074-07C2-41EB-B6C0-64904823981B}"/>
              </a:ext>
            </a:extLst>
          </p:cNvPr>
          <p:cNvSpPr>
            <a:spLocks noGrp="1"/>
          </p:cNvSpPr>
          <p:nvPr>
            <p:ph type="body" sz="quarter" idx="15" hasCustomPrompt="1"/>
          </p:nvPr>
        </p:nvSpPr>
        <p:spPr>
          <a:xfrm>
            <a:off x="425170" y="890953"/>
            <a:ext cx="5489855" cy="830997"/>
          </a:xfrm>
          <a:prstGeom prst="rect">
            <a:avLst/>
          </a:prstGeom>
        </p:spPr>
        <p:txBody>
          <a:bodyPr wrap="square" lIns="0" tIns="0" rIns="0" bIns="0">
            <a:spAutoFit/>
          </a:bodyPr>
          <a:lstStyle>
            <a:lvl1pPr>
              <a:lnSpc>
                <a:spcPct val="90000"/>
              </a:lnSpc>
              <a:defRPr sz="3000" b="1" i="0">
                <a:latin typeface="Arial" panose="020B0604020202020204" pitchFamily="34" charset="0"/>
              </a:defRPr>
            </a:lvl1pPr>
          </a:lstStyle>
          <a:p>
            <a:pPr lvl="0"/>
            <a:r>
              <a:rPr lang="en-US"/>
              <a:t>Title goes here </a:t>
            </a:r>
            <a:br>
              <a:rPr lang="en-US"/>
            </a:br>
            <a:r>
              <a:rPr lang="en-US"/>
              <a:t>in few lines</a:t>
            </a:r>
          </a:p>
        </p:txBody>
      </p:sp>
      <p:sp>
        <p:nvSpPr>
          <p:cNvPr id="11" name="Footer Placeholder 36">
            <a:extLst>
              <a:ext uri="{FF2B5EF4-FFF2-40B4-BE49-F238E27FC236}">
                <a16:creationId xmlns:a16="http://schemas.microsoft.com/office/drawing/2014/main" id="{7CDACD6B-9390-410E-9A59-F68591E05D5A}"/>
              </a:ext>
            </a:extLst>
          </p:cNvPr>
          <p:cNvSpPr>
            <a:spLocks noGrp="1"/>
          </p:cNvSpPr>
          <p:nvPr>
            <p:ph type="ftr" sz="quarter" idx="3"/>
          </p:nvPr>
        </p:nvSpPr>
        <p:spPr>
          <a:xfrm>
            <a:off x="8888413" y="6449910"/>
            <a:ext cx="2497138" cy="139898"/>
          </a:xfrm>
          <a:prstGeom prst="rect">
            <a:avLst/>
          </a:prstGeom>
        </p:spPr>
        <p:txBody>
          <a:bodyPr vert="horz" wrap="square" lIns="0" tIns="0" rIns="0" bIns="0" rtlCol="0" anchor="ctr">
            <a:noAutofit/>
          </a:bodyPr>
          <a:lstStyle>
            <a:lvl1pPr algn="l">
              <a:defRPr sz="900" b="0" i="0">
                <a:solidFill>
                  <a:schemeClr val="tx1">
                    <a:alpha val="70000"/>
                  </a:schemeClr>
                </a:solidFill>
                <a:latin typeface="Arial" panose="020B0604020202020204" pitchFamily="34" charset="0"/>
              </a:defRPr>
            </a:lvl1pPr>
          </a:lstStyle>
          <a:p>
            <a:r>
              <a:rPr lang="en-AU"/>
              <a:t>Presentation Name</a:t>
            </a:r>
          </a:p>
        </p:txBody>
      </p:sp>
      <p:sp>
        <p:nvSpPr>
          <p:cNvPr id="2" name="Text Placeholder 17">
            <a:extLst>
              <a:ext uri="{FF2B5EF4-FFF2-40B4-BE49-F238E27FC236}">
                <a16:creationId xmlns:a16="http://schemas.microsoft.com/office/drawing/2014/main" id="{B591AFA2-4F60-E20E-4EBB-B88782E98A5C}"/>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Click to add sources</a:t>
            </a:r>
            <a:endParaRPr lang="en-US"/>
          </a:p>
        </p:txBody>
      </p:sp>
      <p:sp>
        <p:nvSpPr>
          <p:cNvPr id="3" name="Slide Number Placeholder 2">
            <a:extLst>
              <a:ext uri="{FF2B5EF4-FFF2-40B4-BE49-F238E27FC236}">
                <a16:creationId xmlns:a16="http://schemas.microsoft.com/office/drawing/2014/main" id="{A2198E61-45C8-CF06-F440-18BB8B9E9F5A}"/>
              </a:ext>
            </a:extLst>
          </p:cNvPr>
          <p:cNvSpPr>
            <a:spLocks noGrp="1"/>
          </p:cNvSpPr>
          <p:nvPr>
            <p:ph type="sldNum" sz="quarter" idx="24"/>
          </p:nvPr>
        </p:nvSpPr>
        <p:spPr>
          <a:xfrm>
            <a:off x="11533088" y="6449910"/>
            <a:ext cx="216000" cy="140400"/>
          </a:xfrm>
        </p:spPr>
        <p:txBody>
          <a:bodyPr/>
          <a:lstStyle/>
          <a:p>
            <a:fld id="{EF2F7A32-C1EA-4F7E-B0A2-7FCB5BFE90DE}" type="slidenum">
              <a:rPr lang="en-AU" smtClean="0"/>
              <a:pPr/>
              <a:t>‹#›</a:t>
            </a:fld>
            <a:endParaRPr lang="en-AU"/>
          </a:p>
        </p:txBody>
      </p:sp>
    </p:spTree>
    <p:extLst>
      <p:ext uri="{BB962C8B-B14F-4D97-AF65-F5344CB8AC3E}">
        <p14:creationId xmlns:p14="http://schemas.microsoft.com/office/powerpoint/2010/main" val="73332687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Images + text 13">
    <p:bg>
      <p:bgPr>
        <a:solidFill>
          <a:schemeClr val="bg1"/>
        </a:solidFill>
        <a:effectLst/>
      </p:bgPr>
    </p:bg>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903B7FBE-AFC0-4E15-ACDD-FFCFC8F059B0}"/>
              </a:ext>
            </a:extLst>
          </p:cNvPr>
          <p:cNvSpPr>
            <a:spLocks noGrp="1"/>
          </p:cNvSpPr>
          <p:nvPr>
            <p:ph type="pic" sz="quarter" idx="13" hasCustomPrompt="1"/>
          </p:nvPr>
        </p:nvSpPr>
        <p:spPr>
          <a:xfrm>
            <a:off x="4758058" y="2370667"/>
            <a:ext cx="2566800" cy="2566800"/>
          </a:xfrm>
          <a:prstGeom prst="ellipse">
            <a:avLst/>
          </a:prstGeom>
          <a:solidFill>
            <a:schemeClr val="accent5"/>
          </a:solidFill>
        </p:spPr>
        <p:txBody>
          <a:bodyPr lIns="0" tIns="108000" rIns="0"/>
          <a:lstStyle>
            <a:lvl1pPr algn="ctr">
              <a:defRPr/>
            </a:lvl1pPr>
          </a:lstStyle>
          <a:p>
            <a:r>
              <a:rPr lang="en-AU"/>
              <a:t>Insert picture here</a:t>
            </a:r>
          </a:p>
        </p:txBody>
      </p:sp>
      <p:sp>
        <p:nvSpPr>
          <p:cNvPr id="10" name="Picture Placeholder 6">
            <a:extLst>
              <a:ext uri="{FF2B5EF4-FFF2-40B4-BE49-F238E27FC236}">
                <a16:creationId xmlns:a16="http://schemas.microsoft.com/office/drawing/2014/main" id="{F2A0BEEA-70B2-4E55-A13D-469C87C0D842}"/>
              </a:ext>
            </a:extLst>
          </p:cNvPr>
          <p:cNvSpPr>
            <a:spLocks noGrp="1"/>
          </p:cNvSpPr>
          <p:nvPr>
            <p:ph type="pic" sz="quarter" idx="14" hasCustomPrompt="1"/>
          </p:nvPr>
        </p:nvSpPr>
        <p:spPr>
          <a:xfrm>
            <a:off x="8852882" y="2370667"/>
            <a:ext cx="2566800" cy="2566800"/>
          </a:xfrm>
          <a:prstGeom prst="ellipse">
            <a:avLst/>
          </a:prstGeom>
          <a:solidFill>
            <a:schemeClr val="accent5"/>
          </a:solidFill>
        </p:spPr>
        <p:txBody>
          <a:bodyPr lIns="0" tIns="108000" rIns="0"/>
          <a:lstStyle>
            <a:lvl1pPr algn="ctr">
              <a:defRPr/>
            </a:lvl1pPr>
          </a:lstStyle>
          <a:p>
            <a:r>
              <a:rPr lang="en-AU"/>
              <a:t>Insert picture here</a:t>
            </a:r>
          </a:p>
        </p:txBody>
      </p:sp>
      <p:sp>
        <p:nvSpPr>
          <p:cNvPr id="2" name="Title 1">
            <a:extLst>
              <a:ext uri="{FF2B5EF4-FFF2-40B4-BE49-F238E27FC236}">
                <a16:creationId xmlns:a16="http://schemas.microsoft.com/office/drawing/2014/main" id="{FAE1C28B-9EF2-4E83-9EA3-38316A10928A}"/>
              </a:ext>
            </a:extLst>
          </p:cNvPr>
          <p:cNvSpPr>
            <a:spLocks noGrp="1"/>
          </p:cNvSpPr>
          <p:nvPr>
            <p:ph type="title" hasCustomPrompt="1"/>
          </p:nvPr>
        </p:nvSpPr>
        <p:spPr>
          <a:xfrm>
            <a:off x="442914" y="754064"/>
            <a:ext cx="8445500" cy="799569"/>
          </a:xfrm>
        </p:spPr>
        <p:txBody>
          <a:bodyPr anchor="b"/>
          <a:lstStyle>
            <a:lvl1pPr>
              <a:defRPr/>
            </a:lvl1pPr>
          </a:lstStyle>
          <a:p>
            <a:r>
              <a:rPr lang="en-US"/>
              <a:t>Title goes here</a:t>
            </a:r>
            <a:endParaRPr lang="en-AU"/>
          </a:p>
        </p:txBody>
      </p:sp>
      <p:sp>
        <p:nvSpPr>
          <p:cNvPr id="5" name="Picture Placeholder 6">
            <a:extLst>
              <a:ext uri="{FF2B5EF4-FFF2-40B4-BE49-F238E27FC236}">
                <a16:creationId xmlns:a16="http://schemas.microsoft.com/office/drawing/2014/main" id="{3865AFB6-39E1-42F7-B3C3-3BA2A3A42585}"/>
              </a:ext>
            </a:extLst>
          </p:cNvPr>
          <p:cNvSpPr>
            <a:spLocks noGrp="1"/>
          </p:cNvSpPr>
          <p:nvPr>
            <p:ph type="pic" sz="quarter" idx="12" hasCustomPrompt="1"/>
          </p:nvPr>
        </p:nvSpPr>
        <p:spPr>
          <a:xfrm>
            <a:off x="664634" y="2370667"/>
            <a:ext cx="2566800" cy="2566800"/>
          </a:xfrm>
          <a:prstGeom prst="ellipse">
            <a:avLst/>
          </a:prstGeom>
          <a:solidFill>
            <a:schemeClr val="accent5"/>
          </a:solidFill>
        </p:spPr>
        <p:txBody>
          <a:bodyPr lIns="0" tIns="108000" rIns="0"/>
          <a:lstStyle>
            <a:lvl1pPr algn="ctr">
              <a:defRPr/>
            </a:lvl1pPr>
          </a:lstStyle>
          <a:p>
            <a:r>
              <a:rPr lang="en-AU"/>
              <a:t>Insert picture here</a:t>
            </a:r>
          </a:p>
        </p:txBody>
      </p:sp>
      <p:sp>
        <p:nvSpPr>
          <p:cNvPr id="14" name="Text Placeholder 41">
            <a:extLst>
              <a:ext uri="{FF2B5EF4-FFF2-40B4-BE49-F238E27FC236}">
                <a16:creationId xmlns:a16="http://schemas.microsoft.com/office/drawing/2014/main" id="{AE99D108-669E-48B6-ADF8-2C14578F5218}"/>
              </a:ext>
            </a:extLst>
          </p:cNvPr>
          <p:cNvSpPr>
            <a:spLocks noGrp="1"/>
          </p:cNvSpPr>
          <p:nvPr>
            <p:ph type="body" sz="quarter" idx="29" hasCustomPrompt="1"/>
          </p:nvPr>
        </p:nvSpPr>
        <p:spPr>
          <a:xfrm>
            <a:off x="450176" y="5343421"/>
            <a:ext cx="2995716" cy="711304"/>
          </a:xfrm>
        </p:spPr>
        <p:txBody>
          <a:bodyPr wrap="square">
            <a:noAutofit/>
          </a:bodyPr>
          <a:lstStyle>
            <a:lvl1pPr algn="ctr">
              <a:lnSpc>
                <a:spcPct val="100000"/>
              </a:lnSpc>
              <a:spcAft>
                <a:spcPts val="0"/>
              </a:spcAft>
              <a:defRPr sz="1100" b="0" i="0">
                <a:solidFill>
                  <a:schemeClr val="tx1"/>
                </a:solidFill>
                <a:latin typeface="Arial" panose="020B0604020202020204" pitchFamily="34" charset="0"/>
              </a:defRPr>
            </a:lvl1pPr>
            <a:lvl2pPr>
              <a:lnSpc>
                <a:spcPct val="110000"/>
              </a:lnSpc>
              <a:spcAft>
                <a:spcPts val="200"/>
              </a:spcAft>
              <a:defRPr sz="900">
                <a:solidFill>
                  <a:schemeClr val="tx1"/>
                </a:solidFill>
              </a:defRPr>
            </a:lvl2pPr>
          </a:lstStyle>
          <a:p>
            <a:pPr lvl="0"/>
            <a:r>
              <a:rPr lang="en-US"/>
              <a:t>Disclaimer goes here</a:t>
            </a:r>
          </a:p>
        </p:txBody>
      </p:sp>
      <p:sp>
        <p:nvSpPr>
          <p:cNvPr id="15" name="Text Placeholder 41">
            <a:extLst>
              <a:ext uri="{FF2B5EF4-FFF2-40B4-BE49-F238E27FC236}">
                <a16:creationId xmlns:a16="http://schemas.microsoft.com/office/drawing/2014/main" id="{356E3B70-6237-4537-B4D5-D86C83314D87}"/>
              </a:ext>
            </a:extLst>
          </p:cNvPr>
          <p:cNvSpPr>
            <a:spLocks noGrp="1"/>
          </p:cNvSpPr>
          <p:nvPr>
            <p:ph type="body" sz="quarter" idx="30" hasCustomPrompt="1"/>
          </p:nvPr>
        </p:nvSpPr>
        <p:spPr>
          <a:xfrm>
            <a:off x="4543600" y="5343421"/>
            <a:ext cx="2995716" cy="711304"/>
          </a:xfrm>
        </p:spPr>
        <p:txBody>
          <a:bodyPr wrap="square">
            <a:noAutofit/>
          </a:bodyPr>
          <a:lstStyle>
            <a:lvl1pPr algn="ctr">
              <a:lnSpc>
                <a:spcPct val="100000"/>
              </a:lnSpc>
              <a:spcAft>
                <a:spcPts val="0"/>
              </a:spcAft>
              <a:defRPr sz="1100" b="0" i="0">
                <a:solidFill>
                  <a:schemeClr val="tx1"/>
                </a:solidFill>
                <a:latin typeface="Arial" panose="020B0604020202020204" pitchFamily="34" charset="0"/>
              </a:defRPr>
            </a:lvl1pPr>
            <a:lvl2pPr>
              <a:lnSpc>
                <a:spcPct val="110000"/>
              </a:lnSpc>
              <a:spcAft>
                <a:spcPts val="200"/>
              </a:spcAft>
              <a:defRPr sz="900">
                <a:solidFill>
                  <a:schemeClr val="tx1"/>
                </a:solidFill>
              </a:defRPr>
            </a:lvl2pPr>
          </a:lstStyle>
          <a:p>
            <a:pPr lvl="0"/>
            <a:r>
              <a:rPr lang="en-US"/>
              <a:t>Disclaimer goes here</a:t>
            </a:r>
          </a:p>
        </p:txBody>
      </p:sp>
      <p:sp>
        <p:nvSpPr>
          <p:cNvPr id="16" name="Text Placeholder 41">
            <a:extLst>
              <a:ext uri="{FF2B5EF4-FFF2-40B4-BE49-F238E27FC236}">
                <a16:creationId xmlns:a16="http://schemas.microsoft.com/office/drawing/2014/main" id="{630EB7F0-7F9A-48A2-935F-5CF089FB7E31}"/>
              </a:ext>
            </a:extLst>
          </p:cNvPr>
          <p:cNvSpPr>
            <a:spLocks noGrp="1"/>
          </p:cNvSpPr>
          <p:nvPr>
            <p:ph type="body" sz="quarter" idx="31" hasCustomPrompt="1"/>
          </p:nvPr>
        </p:nvSpPr>
        <p:spPr>
          <a:xfrm>
            <a:off x="8637024" y="5343421"/>
            <a:ext cx="2995716" cy="711304"/>
          </a:xfrm>
        </p:spPr>
        <p:txBody>
          <a:bodyPr wrap="square">
            <a:noAutofit/>
          </a:bodyPr>
          <a:lstStyle>
            <a:lvl1pPr algn="ctr">
              <a:lnSpc>
                <a:spcPct val="100000"/>
              </a:lnSpc>
              <a:spcAft>
                <a:spcPts val="0"/>
              </a:spcAft>
              <a:defRPr sz="1100" b="0" i="0">
                <a:solidFill>
                  <a:schemeClr val="tx1"/>
                </a:solidFill>
                <a:latin typeface="Arial" panose="020B0604020202020204" pitchFamily="34" charset="0"/>
              </a:defRPr>
            </a:lvl1pPr>
            <a:lvl2pPr>
              <a:lnSpc>
                <a:spcPct val="110000"/>
              </a:lnSpc>
              <a:spcAft>
                <a:spcPts val="200"/>
              </a:spcAft>
              <a:defRPr sz="900">
                <a:solidFill>
                  <a:schemeClr val="tx1"/>
                </a:solidFill>
              </a:defRPr>
            </a:lvl2pPr>
          </a:lstStyle>
          <a:p>
            <a:pPr lvl="0"/>
            <a:r>
              <a:rPr lang="en-US"/>
              <a:t>Disclaimer goes here</a:t>
            </a:r>
          </a:p>
        </p:txBody>
      </p:sp>
      <p:sp>
        <p:nvSpPr>
          <p:cNvPr id="12" name="Footer Placeholder 36">
            <a:extLst>
              <a:ext uri="{FF2B5EF4-FFF2-40B4-BE49-F238E27FC236}">
                <a16:creationId xmlns:a16="http://schemas.microsoft.com/office/drawing/2014/main" id="{FBC98637-3FEC-439E-968E-7EA5AA64A432}"/>
              </a:ext>
            </a:extLst>
          </p:cNvPr>
          <p:cNvSpPr>
            <a:spLocks noGrp="1"/>
          </p:cNvSpPr>
          <p:nvPr>
            <p:ph type="ftr" sz="quarter" idx="3"/>
          </p:nvPr>
        </p:nvSpPr>
        <p:spPr>
          <a:xfrm>
            <a:off x="8888413" y="6449910"/>
            <a:ext cx="2497138" cy="139898"/>
          </a:xfrm>
          <a:prstGeom prst="rect">
            <a:avLst/>
          </a:prstGeom>
        </p:spPr>
        <p:txBody>
          <a:bodyPr vert="horz" wrap="square" lIns="0" tIns="0" rIns="0" bIns="0" rtlCol="0" anchor="ctr">
            <a:noAutofit/>
          </a:bodyPr>
          <a:lstStyle>
            <a:lvl1pPr algn="l">
              <a:defRPr sz="900" b="0" i="0">
                <a:solidFill>
                  <a:schemeClr val="tx1">
                    <a:alpha val="70000"/>
                  </a:schemeClr>
                </a:solidFill>
                <a:latin typeface="Arial" panose="020B0604020202020204" pitchFamily="34" charset="0"/>
              </a:defRPr>
            </a:lvl1pPr>
          </a:lstStyle>
          <a:p>
            <a:r>
              <a:rPr lang="en-AU"/>
              <a:t>Presentation Name</a:t>
            </a:r>
          </a:p>
        </p:txBody>
      </p:sp>
      <p:sp>
        <p:nvSpPr>
          <p:cNvPr id="3" name="Text Placeholder 17">
            <a:extLst>
              <a:ext uri="{FF2B5EF4-FFF2-40B4-BE49-F238E27FC236}">
                <a16:creationId xmlns:a16="http://schemas.microsoft.com/office/drawing/2014/main" id="{34E8E6E1-F32B-BA92-DED8-42118DB22444}"/>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Click to add sources</a:t>
            </a:r>
            <a:endParaRPr lang="en-US"/>
          </a:p>
        </p:txBody>
      </p:sp>
      <p:sp>
        <p:nvSpPr>
          <p:cNvPr id="4" name="Slide Number Placeholder 2">
            <a:extLst>
              <a:ext uri="{FF2B5EF4-FFF2-40B4-BE49-F238E27FC236}">
                <a16:creationId xmlns:a16="http://schemas.microsoft.com/office/drawing/2014/main" id="{3FAE8E7B-45FB-A8E0-9CF8-92B5D896127B}"/>
              </a:ext>
            </a:extLst>
          </p:cNvPr>
          <p:cNvSpPr>
            <a:spLocks noGrp="1"/>
          </p:cNvSpPr>
          <p:nvPr>
            <p:ph type="sldNum" sz="quarter" idx="17"/>
          </p:nvPr>
        </p:nvSpPr>
        <p:spPr>
          <a:xfrm>
            <a:off x="11533088" y="6449910"/>
            <a:ext cx="216000" cy="140400"/>
          </a:xfrm>
        </p:spPr>
        <p:txBody>
          <a:bodyPr/>
          <a:lstStyle/>
          <a:p>
            <a:fld id="{EF2F7A32-C1EA-4F7E-B0A2-7FCB5BFE90DE}" type="slidenum">
              <a:rPr lang="en-AU" smtClean="0"/>
              <a:pPr/>
              <a:t>‹#›</a:t>
            </a:fld>
            <a:endParaRPr lang="en-AU"/>
          </a:p>
        </p:txBody>
      </p:sp>
    </p:spTree>
    <p:extLst>
      <p:ext uri="{BB962C8B-B14F-4D97-AF65-F5344CB8AC3E}">
        <p14:creationId xmlns:p14="http://schemas.microsoft.com/office/powerpoint/2010/main" val="411328251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1 Column_right">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0" y="1195753"/>
            <a:ext cx="3397529" cy="1828193"/>
          </a:xfrm>
          <a:prstGeom prst="rect">
            <a:avLst/>
          </a:prstGeom>
        </p:spPr>
        <p:txBody>
          <a:bodyPr wrap="square" lIns="0" tIns="0" rIns="0" bIns="0">
            <a:spAutoFit/>
          </a:bodyPr>
          <a:lstStyle>
            <a:lvl1pPr>
              <a:lnSpc>
                <a:spcPct val="90000"/>
              </a:lnSpc>
              <a:defRPr sz="4400" b="1" i="0">
                <a:latin typeface="Arial" panose="020B0604020202020204" pitchFamily="34" charset="0"/>
              </a:defRPr>
            </a:lvl1pPr>
          </a:lstStyle>
          <a:p>
            <a:pPr lvl="0"/>
            <a:r>
              <a:rPr lang="en-US"/>
              <a:t>Title goes here in few lines.</a:t>
            </a:r>
          </a:p>
        </p:txBody>
      </p:sp>
      <p:sp>
        <p:nvSpPr>
          <p:cNvPr id="9" name="Text Placeholder 41">
            <a:extLst>
              <a:ext uri="{FF2B5EF4-FFF2-40B4-BE49-F238E27FC236}">
                <a16:creationId xmlns:a16="http://schemas.microsoft.com/office/drawing/2014/main" id="{DA4638FA-D9D1-4F58-A527-11F80A7B38CC}"/>
              </a:ext>
            </a:extLst>
          </p:cNvPr>
          <p:cNvSpPr>
            <a:spLocks noGrp="1"/>
          </p:cNvSpPr>
          <p:nvPr>
            <p:ph type="body" sz="quarter" idx="18"/>
          </p:nvPr>
        </p:nvSpPr>
        <p:spPr>
          <a:xfrm>
            <a:off x="5213033" y="1195752"/>
            <a:ext cx="4057967" cy="3947748"/>
          </a:xfrm>
        </p:spPr>
        <p:txBody>
          <a:bodyPr wrap="square">
            <a:noAutofit/>
          </a:bodyPr>
          <a:lstStyle>
            <a:lvl1pPr>
              <a:lnSpc>
                <a:spcPct val="110000"/>
              </a:lnSpc>
              <a:spcBef>
                <a:spcPts val="0"/>
              </a:spcBef>
              <a:spcAft>
                <a:spcPts val="1500"/>
              </a:spcAft>
              <a:defRPr sz="1300">
                <a:solidFill>
                  <a:schemeClr val="tx1"/>
                </a:solidFill>
              </a:defRPr>
            </a:lvl1pPr>
            <a:lvl2pPr>
              <a:lnSpc>
                <a:spcPct val="110000"/>
              </a:lnSpc>
              <a:spcAft>
                <a:spcPts val="1200"/>
              </a:spcAft>
              <a:defRPr sz="1100">
                <a:solidFill>
                  <a:schemeClr val="tx1"/>
                </a:solidFill>
              </a:defRPr>
            </a:lvl2pPr>
          </a:lstStyle>
          <a:p>
            <a:pPr lvl="0"/>
            <a:r>
              <a:rPr lang="en-US"/>
              <a:t>Edit Master text styles</a:t>
            </a:r>
          </a:p>
          <a:p>
            <a:pPr lvl="1"/>
            <a:r>
              <a:rPr lang="en-US"/>
              <a:t>Second level</a:t>
            </a:r>
          </a:p>
        </p:txBody>
      </p:sp>
      <p:sp>
        <p:nvSpPr>
          <p:cNvPr id="10" name="Footer Placeholder 36">
            <a:extLst>
              <a:ext uri="{FF2B5EF4-FFF2-40B4-BE49-F238E27FC236}">
                <a16:creationId xmlns:a16="http://schemas.microsoft.com/office/drawing/2014/main" id="{4D37904F-7479-46A6-A4E3-24661AECC168}"/>
              </a:ext>
            </a:extLst>
          </p:cNvPr>
          <p:cNvSpPr>
            <a:spLocks noGrp="1"/>
          </p:cNvSpPr>
          <p:nvPr>
            <p:ph type="ftr" sz="quarter" idx="3"/>
          </p:nvPr>
        </p:nvSpPr>
        <p:spPr>
          <a:xfrm>
            <a:off x="8888413" y="6449910"/>
            <a:ext cx="2497138" cy="139898"/>
          </a:xfrm>
          <a:prstGeom prst="rect">
            <a:avLst/>
          </a:prstGeom>
        </p:spPr>
        <p:txBody>
          <a:bodyPr vert="horz" wrap="square" lIns="0" tIns="0" rIns="0" bIns="0" rtlCol="0" anchor="ctr">
            <a:noAutofit/>
          </a:bodyPr>
          <a:lstStyle>
            <a:lvl1pPr algn="l">
              <a:defRPr sz="900" b="0" i="0">
                <a:solidFill>
                  <a:schemeClr val="tx1">
                    <a:alpha val="70000"/>
                  </a:schemeClr>
                </a:solidFill>
                <a:latin typeface="Arial" panose="020B0604020202020204" pitchFamily="34" charset="0"/>
              </a:defRPr>
            </a:lvl1pPr>
          </a:lstStyle>
          <a:p>
            <a:r>
              <a:rPr lang="en-AU"/>
              <a:t>Presentation Name</a:t>
            </a:r>
          </a:p>
        </p:txBody>
      </p:sp>
      <p:sp>
        <p:nvSpPr>
          <p:cNvPr id="3" name="Text Placeholder 17">
            <a:extLst>
              <a:ext uri="{FF2B5EF4-FFF2-40B4-BE49-F238E27FC236}">
                <a16:creationId xmlns:a16="http://schemas.microsoft.com/office/drawing/2014/main" id="{E3950A68-1537-A6BD-3B3C-18362442EE08}"/>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Click to add sources</a:t>
            </a:r>
            <a:endParaRPr lang="en-US"/>
          </a:p>
        </p:txBody>
      </p:sp>
      <p:sp>
        <p:nvSpPr>
          <p:cNvPr id="4" name="Slide Number Placeholder 2">
            <a:extLst>
              <a:ext uri="{FF2B5EF4-FFF2-40B4-BE49-F238E27FC236}">
                <a16:creationId xmlns:a16="http://schemas.microsoft.com/office/drawing/2014/main" id="{54E92ABC-052D-2827-738E-829DD7BB48CC}"/>
              </a:ext>
            </a:extLst>
          </p:cNvPr>
          <p:cNvSpPr>
            <a:spLocks noGrp="1"/>
          </p:cNvSpPr>
          <p:nvPr>
            <p:ph type="sldNum" sz="quarter" idx="17"/>
          </p:nvPr>
        </p:nvSpPr>
        <p:spPr>
          <a:xfrm>
            <a:off x="11533088" y="6449910"/>
            <a:ext cx="216000" cy="140400"/>
          </a:xfrm>
        </p:spPr>
        <p:txBody>
          <a:bodyPr/>
          <a:lstStyle/>
          <a:p>
            <a:fld id="{EF2F7A32-C1EA-4F7E-B0A2-7FCB5BFE90DE}" type="slidenum">
              <a:rPr lang="en-AU" smtClean="0"/>
              <a:pPr/>
              <a:t>‹#›</a:t>
            </a:fld>
            <a:endParaRPr lang="en-AU"/>
          </a:p>
        </p:txBody>
      </p:sp>
    </p:spTree>
    <p:extLst>
      <p:ext uri="{BB962C8B-B14F-4D97-AF65-F5344CB8AC3E}">
        <p14:creationId xmlns:p14="http://schemas.microsoft.com/office/powerpoint/2010/main" val="370718686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31B3EAD2-4A76-2D87-70A3-CA3A543A87DD}"/>
              </a:ext>
            </a:extLst>
          </p:cNvPr>
          <p:cNvSpPr>
            <a:spLocks noGrp="1"/>
          </p:cNvSpPr>
          <p:nvPr>
            <p:ph type="sldNum" sz="quarter" idx="17"/>
          </p:nvPr>
        </p:nvSpPr>
        <p:spPr>
          <a:xfrm>
            <a:off x="11533088" y="6449910"/>
            <a:ext cx="216000" cy="140400"/>
          </a:xfrm>
        </p:spPr>
        <p:txBody>
          <a:bodyPr/>
          <a:lstStyle/>
          <a:p>
            <a:fld id="{EF2F7A32-C1EA-4F7E-B0A2-7FCB5BFE90DE}" type="slidenum">
              <a:rPr lang="en-AU" smtClean="0"/>
              <a:pPr/>
              <a:t>‹#›</a:t>
            </a:fld>
            <a:endParaRPr lang="en-AU"/>
          </a:p>
        </p:txBody>
      </p:sp>
      <p:sp>
        <p:nvSpPr>
          <p:cNvPr id="3" name="Footer Placeholder 2">
            <a:extLst>
              <a:ext uri="{FF2B5EF4-FFF2-40B4-BE49-F238E27FC236}">
                <a16:creationId xmlns:a16="http://schemas.microsoft.com/office/drawing/2014/main" id="{7448FE4B-6F19-9F1D-6CFC-C4383B382E97}"/>
              </a:ext>
            </a:extLst>
          </p:cNvPr>
          <p:cNvSpPr>
            <a:spLocks noGrp="1"/>
          </p:cNvSpPr>
          <p:nvPr>
            <p:ph type="ftr" sz="quarter" idx="21"/>
          </p:nvPr>
        </p:nvSpPr>
        <p:spPr>
          <a:xfrm>
            <a:off x="8888413" y="6449910"/>
            <a:ext cx="2497138" cy="139898"/>
          </a:xfrm>
          <a:prstGeom prst="rect">
            <a:avLst/>
          </a:prstGeom>
        </p:spPr>
        <p:txBody>
          <a:bodyPr vert="horz" wrap="square" lIns="0" tIns="0" rIns="0" bIns="0" rtlCol="0" anchor="ctr">
            <a:noAutofit/>
          </a:bodyPr>
          <a:lstStyle>
            <a:defPPr>
              <a:defRPr lang="en-US"/>
            </a:defPPr>
            <a:lvl1pPr marL="0" algn="l" defTabSz="914400" rtl="0" eaLnBrk="1" latinLnBrk="0" hangingPunct="1">
              <a:defRPr sz="900" b="0" i="0" kern="1200">
                <a:solidFill>
                  <a:schemeClr val="tx1">
                    <a:alpha val="70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a:t>Presentation Name</a:t>
            </a:r>
          </a:p>
        </p:txBody>
      </p:sp>
      <p:sp>
        <p:nvSpPr>
          <p:cNvPr id="4" name="Text Placeholder 17">
            <a:extLst>
              <a:ext uri="{FF2B5EF4-FFF2-40B4-BE49-F238E27FC236}">
                <a16:creationId xmlns:a16="http://schemas.microsoft.com/office/drawing/2014/main" id="{DD021938-25C6-4FCB-E20A-17BA6D2FD977}"/>
              </a:ext>
            </a:extLst>
          </p:cNvPr>
          <p:cNvSpPr>
            <a:spLocks noGrp="1"/>
          </p:cNvSpPr>
          <p:nvPr>
            <p:ph type="body" sz="quarter" idx="23" hasCustomPrompt="1"/>
          </p:nvPr>
        </p:nvSpPr>
        <p:spPr>
          <a:xfrm>
            <a:off x="2111149" y="6449911"/>
            <a:ext cx="6466794" cy="171948"/>
          </a:xfrm>
        </p:spPr>
        <p:txBody>
          <a:bodyPr>
            <a:normAutofit/>
          </a:bodyPr>
          <a:lstStyle>
            <a:lvl1pPr>
              <a:defRPr sz="900" b="0">
                <a:solidFill>
                  <a:schemeClr val="tx2"/>
                </a:solidFill>
              </a:defRPr>
            </a:lvl1pPr>
            <a:lvl2pPr>
              <a:defRPr sz="900" b="0">
                <a:solidFill>
                  <a:schemeClr val="tx2"/>
                </a:solidFill>
              </a:defRPr>
            </a:lvl2pPr>
            <a:lvl3pPr>
              <a:defRPr sz="900" b="0">
                <a:solidFill>
                  <a:schemeClr val="tx2"/>
                </a:solidFill>
              </a:defRPr>
            </a:lvl3pPr>
            <a:lvl4pPr>
              <a:defRPr sz="900" b="0">
                <a:solidFill>
                  <a:schemeClr val="tx2"/>
                </a:solidFill>
              </a:defRPr>
            </a:lvl4pPr>
            <a:lvl5pPr>
              <a:defRPr sz="900" b="0">
                <a:solidFill>
                  <a:schemeClr val="tx2"/>
                </a:solidFill>
              </a:defRPr>
            </a:lvl5pPr>
          </a:lstStyle>
          <a:p>
            <a:pPr lvl="0"/>
            <a:r>
              <a:rPr lang="en-GB"/>
              <a:t>ADD: Click to add sources</a:t>
            </a:r>
            <a:endParaRPr lang="en-US"/>
          </a:p>
        </p:txBody>
      </p:sp>
    </p:spTree>
    <p:extLst>
      <p:ext uri="{BB962C8B-B14F-4D97-AF65-F5344CB8AC3E}">
        <p14:creationId xmlns:p14="http://schemas.microsoft.com/office/powerpoint/2010/main" val="168290505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_Statement slide 02">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195C82F-8391-45CA-796E-9C62809C45D9}"/>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6" name="Rectangle 5">
            <a:extLst>
              <a:ext uri="{FF2B5EF4-FFF2-40B4-BE49-F238E27FC236}">
                <a16:creationId xmlns:a16="http://schemas.microsoft.com/office/drawing/2014/main" id="{41E22723-3CA5-0120-A19A-D1704A470896}"/>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FAC9D0D6-8246-112D-61AC-AE8523237617}"/>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A63D4AFD-3F4C-E496-59D9-409B8A3DC615}"/>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B8CF02CB-BDAA-F04E-A21A-8C23D17AFB70}"/>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F0C646F0-C695-82C9-8C7A-892686E89085}"/>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A07D49C5-AA9D-91E2-CF83-B273FA169A69}"/>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C17C82E7-6E9D-DF00-207A-42A90A1F42E2}"/>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Tree>
    <p:extLst>
      <p:ext uri="{BB962C8B-B14F-4D97-AF65-F5344CB8AC3E}">
        <p14:creationId xmlns:p14="http://schemas.microsoft.com/office/powerpoint/2010/main" val="296514447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Shape 54"/>
        <p:cNvGrpSpPr/>
        <p:nvPr/>
      </p:nvGrpSpPr>
      <p:grpSpPr>
        <a:xfrm>
          <a:off x="0" y="0"/>
          <a:ext cx="0" cy="0"/>
          <a:chOff x="0" y="0"/>
          <a:chExt cx="0" cy="0"/>
        </a:xfrm>
      </p:grpSpPr>
      <p:sp>
        <p:nvSpPr>
          <p:cNvPr id="55" name="Google Shape;55;p124"/>
          <p:cNvSpPr txBox="1">
            <a:spLocks noGrp="1"/>
          </p:cNvSpPr>
          <p:nvPr>
            <p:ph type="dt" idx="10"/>
          </p:nvPr>
        </p:nvSpPr>
        <p:spPr>
          <a:xfrm>
            <a:off x="1009076" y="6518989"/>
            <a:ext cx="883255" cy="123111"/>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atin typeface="+mj-l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467795F8-E7D1-4885-8E6F-AF166199FFC5}" type="datetime3">
              <a:rPr lang="en-US" smtClean="0"/>
              <a:pPr/>
              <a:t>20 February 2026</a:t>
            </a:fld>
            <a:endParaRPr lang="en-US"/>
          </a:p>
        </p:txBody>
      </p:sp>
      <p:sp>
        <p:nvSpPr>
          <p:cNvPr id="56" name="Google Shape;56;p124"/>
          <p:cNvSpPr txBox="1">
            <a:spLocks noGrp="1"/>
          </p:cNvSpPr>
          <p:nvPr>
            <p:ph type="ftr" idx="11"/>
          </p:nvPr>
        </p:nvSpPr>
        <p:spPr>
          <a:xfrm>
            <a:off x="7402100" y="6518990"/>
            <a:ext cx="4320000" cy="123111"/>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atin typeface="+mj-l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AU"/>
              <a:t>Insert Confidentiality Level in slide footer </a:t>
            </a:r>
          </a:p>
        </p:txBody>
      </p:sp>
      <p:sp>
        <p:nvSpPr>
          <p:cNvPr id="57" name="Google Shape;57;p124"/>
          <p:cNvSpPr txBox="1">
            <a:spLocks noGrp="1"/>
          </p:cNvSpPr>
          <p:nvPr>
            <p:ph type="sldNum" idx="12"/>
          </p:nvPr>
        </p:nvSpPr>
        <p:spPr>
          <a:xfrm>
            <a:off x="492426" y="6518990"/>
            <a:ext cx="389530" cy="123111"/>
          </a:xfrm>
          <a:prstGeom prst="rect">
            <a:avLst/>
          </a:prstGeom>
          <a:noFill/>
          <a:ln>
            <a:noFill/>
          </a:ln>
        </p:spPr>
        <p:txBody>
          <a:bodyPr spcFirstLastPara="1" wrap="square" lIns="0" tIns="0" rIns="0" bIns="0" anchor="ctr" anchorCtr="0">
            <a:spAutoFit/>
          </a:bodyPr>
          <a:lstStyle>
            <a:lvl1pPr marL="0" lvl="0" indent="0" algn="l">
              <a:spcBef>
                <a:spcPts val="0"/>
              </a:spcBef>
              <a:buNone/>
              <a:defRPr>
                <a:latin typeface="+mj-lt"/>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r>
              <a:rPr lang="en-AU">
                <a:cs typeface="Segoe UI" panose="020B0502040204020203" pitchFamily="34" charset="0"/>
              </a:rPr>
              <a:t>Page </a:t>
            </a:r>
            <a:fld id="{00000000-1234-1234-1234-123412341234}" type="slidenum">
              <a:rPr lang="en-AU" smtClean="0">
                <a:cs typeface="Segoe UI" panose="020B0502040204020203" pitchFamily="34" charset="0"/>
              </a:rPr>
              <a:pPr/>
              <a:t>‹#›</a:t>
            </a:fld>
            <a:endParaRPr>
              <a:cs typeface="Segoe UI" panose="020B0502040204020203" pitchFamily="34" charset="0"/>
            </a:endParaRPr>
          </a:p>
        </p:txBody>
      </p:sp>
      <p:sp>
        <p:nvSpPr>
          <p:cNvPr id="59" name="Google Shape;59;p124"/>
          <p:cNvSpPr txBox="1">
            <a:spLocks noGrp="1"/>
          </p:cNvSpPr>
          <p:nvPr>
            <p:ph type="body" idx="2"/>
          </p:nvPr>
        </p:nvSpPr>
        <p:spPr>
          <a:xfrm>
            <a:off x="492426" y="1828800"/>
            <a:ext cx="11229675" cy="4121150"/>
          </a:xfrm>
          <a:prstGeom prst="rect">
            <a:avLst/>
          </a:prstGeom>
          <a:noFill/>
          <a:ln>
            <a:noFill/>
          </a:ln>
        </p:spPr>
        <p:txBody>
          <a:bodyPr spcFirstLastPara="1" wrap="square" lIns="0" tIns="0" rIns="0" bIns="0" anchor="t" anchorCtr="0">
            <a:noAutofit/>
          </a:bodyPr>
          <a:lstStyle>
            <a:lvl1pPr marL="0" lvl="0" indent="0" algn="l">
              <a:lnSpc>
                <a:spcPct val="100000"/>
              </a:lnSpc>
              <a:spcBef>
                <a:spcPts val="600"/>
              </a:spcBef>
              <a:spcAft>
                <a:spcPts val="0"/>
              </a:spcAft>
              <a:buClr>
                <a:schemeClr val="dk1"/>
              </a:buClr>
              <a:buSzPts val="1800"/>
              <a:buNone/>
              <a:defRPr>
                <a:latin typeface="+mj-lt"/>
                <a:cs typeface="Segoe UI" panose="020B0502040204020203" pitchFamily="34" charset="0"/>
              </a:defRPr>
            </a:lvl1pPr>
            <a:lvl2pPr marL="914446" lvl="1" indent="-228611" algn="l">
              <a:lnSpc>
                <a:spcPct val="100000"/>
              </a:lnSpc>
              <a:spcBef>
                <a:spcPts val="600"/>
              </a:spcBef>
              <a:spcAft>
                <a:spcPts val="0"/>
              </a:spcAft>
              <a:buClr>
                <a:schemeClr val="dk1"/>
              </a:buClr>
              <a:buSzPts val="1800"/>
              <a:buNone/>
              <a:defRPr/>
            </a:lvl2pPr>
            <a:lvl3pPr marL="1371669" lvl="2" indent="-342917" algn="l">
              <a:lnSpc>
                <a:spcPct val="100000"/>
              </a:lnSpc>
              <a:spcBef>
                <a:spcPts val="600"/>
              </a:spcBef>
              <a:spcAft>
                <a:spcPts val="0"/>
              </a:spcAft>
              <a:buClr>
                <a:schemeClr val="dk1"/>
              </a:buClr>
              <a:buSzPts val="1800"/>
              <a:buChar char="•"/>
              <a:defRPr/>
            </a:lvl3pPr>
            <a:lvl4pPr marL="1828891" lvl="3" indent="-330217" algn="l">
              <a:lnSpc>
                <a:spcPct val="100000"/>
              </a:lnSpc>
              <a:spcBef>
                <a:spcPts val="600"/>
              </a:spcBef>
              <a:spcAft>
                <a:spcPts val="0"/>
              </a:spcAft>
              <a:buClr>
                <a:schemeClr val="dk1"/>
              </a:buClr>
              <a:buSzPts val="1600"/>
              <a:buChar char="–"/>
              <a:defRPr/>
            </a:lvl4pPr>
            <a:lvl5pPr marL="2286114" lvl="4" indent="-330217" algn="l">
              <a:lnSpc>
                <a:spcPct val="100000"/>
              </a:lnSpc>
              <a:spcBef>
                <a:spcPts val="600"/>
              </a:spcBef>
              <a:spcAft>
                <a:spcPts val="0"/>
              </a:spcAft>
              <a:buClr>
                <a:schemeClr val="dk1"/>
              </a:buClr>
              <a:buSzPts val="1600"/>
              <a:buChar char="•"/>
              <a:defRPr/>
            </a:lvl5pPr>
            <a:lvl6pPr marL="2743337" lvl="5" indent="-342917" algn="l">
              <a:lnSpc>
                <a:spcPct val="90000"/>
              </a:lnSpc>
              <a:spcBef>
                <a:spcPts val="500"/>
              </a:spcBef>
              <a:spcAft>
                <a:spcPts val="0"/>
              </a:spcAft>
              <a:buClr>
                <a:schemeClr val="dk1"/>
              </a:buClr>
              <a:buSzPts val="1800"/>
              <a:buChar char="•"/>
              <a:defRPr/>
            </a:lvl6pPr>
            <a:lvl7pPr marL="3200560" lvl="6" indent="-342917" algn="l">
              <a:lnSpc>
                <a:spcPct val="90000"/>
              </a:lnSpc>
              <a:spcBef>
                <a:spcPts val="500"/>
              </a:spcBef>
              <a:spcAft>
                <a:spcPts val="0"/>
              </a:spcAft>
              <a:buClr>
                <a:schemeClr val="dk1"/>
              </a:buClr>
              <a:buSzPts val="1800"/>
              <a:buChar char="•"/>
              <a:defRPr/>
            </a:lvl7pPr>
            <a:lvl8pPr marL="3657783" lvl="7" indent="-342917" algn="l">
              <a:lnSpc>
                <a:spcPct val="90000"/>
              </a:lnSpc>
              <a:spcBef>
                <a:spcPts val="500"/>
              </a:spcBef>
              <a:spcAft>
                <a:spcPts val="0"/>
              </a:spcAft>
              <a:buClr>
                <a:schemeClr val="dk1"/>
              </a:buClr>
              <a:buSzPts val="1800"/>
              <a:buChar char="•"/>
              <a:defRPr/>
            </a:lvl8pPr>
            <a:lvl9pPr marL="4115006" lvl="8" indent="-342917" algn="l">
              <a:lnSpc>
                <a:spcPct val="90000"/>
              </a:lnSpc>
              <a:spcBef>
                <a:spcPts val="500"/>
              </a:spcBef>
              <a:spcAft>
                <a:spcPts val="0"/>
              </a:spcAft>
              <a:buClr>
                <a:schemeClr val="dk1"/>
              </a:buClr>
              <a:buSzPts val="1800"/>
              <a:buChar char="•"/>
              <a:defRPr/>
            </a:lvl9pPr>
          </a:lstStyle>
          <a:p>
            <a:endParaRPr/>
          </a:p>
        </p:txBody>
      </p:sp>
      <p:sp>
        <p:nvSpPr>
          <p:cNvPr id="2" name="Google Shape;10;p115">
            <a:extLst>
              <a:ext uri="{FF2B5EF4-FFF2-40B4-BE49-F238E27FC236}">
                <a16:creationId xmlns:a16="http://schemas.microsoft.com/office/drawing/2014/main" id="{E763CC0C-DE8C-6096-D848-F94A83EE94F2}"/>
              </a:ext>
            </a:extLst>
          </p:cNvPr>
          <p:cNvSpPr txBox="1">
            <a:spLocks noGrp="1"/>
          </p:cNvSpPr>
          <p:nvPr>
            <p:ph type="title"/>
          </p:nvPr>
        </p:nvSpPr>
        <p:spPr>
          <a:xfrm>
            <a:off x="476250" y="489475"/>
            <a:ext cx="10287000" cy="418576"/>
          </a:xfrm>
          <a:prstGeom prst="rect">
            <a:avLst/>
          </a:prstGeom>
          <a:noFill/>
          <a:ln>
            <a:noFill/>
          </a:ln>
        </p:spPr>
        <p:txBody>
          <a:bodyPr spcFirstLastPara="1" wrap="square" lIns="0" tIns="0" rIns="0" bIns="0" anchor="t" anchorCtr="0">
            <a:spAutoFit/>
          </a:bodyPr>
          <a:lstStyle>
            <a:lvl1pPr marR="0" lvl="0" algn="l" rtl="0">
              <a:lnSpc>
                <a:spcPct val="85000"/>
              </a:lnSpc>
              <a:spcBef>
                <a:spcPts val="0"/>
              </a:spcBef>
              <a:spcAft>
                <a:spcPts val="0"/>
              </a:spcAft>
              <a:buClr>
                <a:schemeClr val="dk1"/>
              </a:buClr>
              <a:buSzPts val="3200"/>
              <a:buFont typeface="Arial"/>
              <a:buNone/>
              <a:defRPr sz="3200" b="0" i="0" u="none" strike="noStrike" cap="none">
                <a:solidFill>
                  <a:schemeClr val="bg2">
                    <a:lumMod val="50000"/>
                  </a:schemeClr>
                </a:solidFill>
                <a:latin typeface="+mj-lt"/>
                <a:ea typeface="Segoe UI" panose="020B0502040204020203" pitchFamily="34" charset="0"/>
                <a:cs typeface="Segoe UI" panose="020B0502040204020203" pitchFamily="34" charset="0"/>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 name="TextBox 2">
            <a:extLst>
              <a:ext uri="{FF2B5EF4-FFF2-40B4-BE49-F238E27FC236}">
                <a16:creationId xmlns:a16="http://schemas.microsoft.com/office/drawing/2014/main" id="{93206B02-87E5-F275-A239-E99F6B38EEBB}"/>
              </a:ext>
            </a:extLst>
          </p:cNvPr>
          <p:cNvSpPr txBox="1"/>
          <p:nvPr userDrawn="1">
            <p:extLst>
              <p:ext uri="{1162E1C5-73C7-4A58-AE30-91384D911F3F}">
                <p184:classification xmlns:p184="http://schemas.microsoft.com/office/powerpoint/2018/4/main" val="ftr"/>
              </p:ext>
            </p:extLst>
          </p:nvPr>
        </p:nvSpPr>
        <p:spPr>
          <a:xfrm>
            <a:off x="492426" y="6660533"/>
            <a:ext cx="717538" cy="153888"/>
          </a:xfrm>
          <a:prstGeom prst="rect">
            <a:avLst/>
          </a:prstGeom>
        </p:spPr>
        <p:txBody>
          <a:bodyPr horzOverflow="overflow" wrap="square" lIns="0" tIns="0" rIns="0" bIns="0">
            <a:spAutoFit/>
          </a:bodyPr>
          <a:lstStyle/>
          <a:p>
            <a:pPr algn="l"/>
            <a:r>
              <a:rPr lang="en-AU" sz="1000">
                <a:solidFill>
                  <a:srgbClr val="FF6600"/>
                </a:solidFill>
                <a:latin typeface="+mj-lt"/>
                <a:cs typeface="Calibri" panose="020F0502020204030204" pitchFamily="34" charset="0"/>
              </a:rPr>
              <a:t>Confidential</a:t>
            </a:r>
          </a:p>
        </p:txBody>
      </p:sp>
    </p:spTree>
    <p:extLst>
      <p:ext uri="{BB962C8B-B14F-4D97-AF65-F5344CB8AC3E}">
        <p14:creationId xmlns:p14="http://schemas.microsoft.com/office/powerpoint/2010/main" val="2002895416"/>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2642446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4"/>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5"/>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6"/>
            </p:custDataLst>
          </p:nvPr>
        </p:nvSpPr>
        <p:spPr>
          <a:xfrm>
            <a:off x="554736" y="172212"/>
            <a:ext cx="11082528" cy="731520"/>
          </a:xfrm>
          <a:prstGeom prst="rect">
            <a:avLst/>
          </a:prstGeom>
        </p:spPr>
        <p:txBody>
          <a:bodyPr vert="horz" wrap="square" lIns="0" tIns="0" rIns="0" bIns="0" rtlCol="0" anchor="b" anchorCtr="0">
            <a:no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233799701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Divid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DC8870-6F14-4967-89BF-F8AD3AE88D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84517" y="3207544"/>
            <a:ext cx="4611483" cy="442911"/>
          </a:xfrm>
          <a:prstGeom prst="rect">
            <a:avLst/>
          </a:prstGeom>
        </p:spPr>
      </p:pic>
    </p:spTree>
    <p:extLst>
      <p:ext uri="{BB962C8B-B14F-4D97-AF65-F5344CB8AC3E}">
        <p14:creationId xmlns:p14="http://schemas.microsoft.com/office/powerpoint/2010/main" val="4643795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2.xml"/><Relationship Id="rId39" Type="http://schemas.openxmlformats.org/officeDocument/2006/relationships/tags" Target="../tags/tag15.xml"/><Relationship Id="rId21" Type="http://schemas.openxmlformats.org/officeDocument/2006/relationships/slideLayout" Target="../slideLayouts/slideLayout21.xml"/><Relationship Id="rId34" Type="http://schemas.openxmlformats.org/officeDocument/2006/relationships/tags" Target="../tags/tag10.xml"/><Relationship Id="rId42" Type="http://schemas.openxmlformats.org/officeDocument/2006/relationships/tags" Target="../tags/tag18.xml"/><Relationship Id="rId47"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32" Type="http://schemas.openxmlformats.org/officeDocument/2006/relationships/tags" Target="../tags/tag8.xml"/><Relationship Id="rId37" Type="http://schemas.openxmlformats.org/officeDocument/2006/relationships/tags" Target="../tags/tag13.xml"/><Relationship Id="rId40" Type="http://schemas.openxmlformats.org/officeDocument/2006/relationships/tags" Target="../tags/tag16.xml"/><Relationship Id="rId45"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4.xml"/><Relationship Id="rId36" Type="http://schemas.openxmlformats.org/officeDocument/2006/relationships/tags" Target="../tags/tag1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7.xml"/><Relationship Id="rId44" Type="http://schemas.openxmlformats.org/officeDocument/2006/relationships/tags" Target="../tags/tag2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3.xml"/><Relationship Id="rId30" Type="http://schemas.openxmlformats.org/officeDocument/2006/relationships/tags" Target="../tags/tag6.xml"/><Relationship Id="rId35" Type="http://schemas.openxmlformats.org/officeDocument/2006/relationships/tags" Target="../tags/tag11.xml"/><Relationship Id="rId43" Type="http://schemas.openxmlformats.org/officeDocument/2006/relationships/tags" Target="../tags/tag19.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1.xml"/><Relationship Id="rId33" Type="http://schemas.openxmlformats.org/officeDocument/2006/relationships/tags" Target="../tags/tag9.xml"/><Relationship Id="rId38" Type="http://schemas.openxmlformats.org/officeDocument/2006/relationships/tags" Target="../tags/tag14.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tags" Target="../tags/tag17.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34" Type="http://schemas.openxmlformats.org/officeDocument/2006/relationships/image" Target="../media/image13.png"/><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33" Type="http://schemas.openxmlformats.org/officeDocument/2006/relationships/image" Target="../media/image12.emf"/><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32" Type="http://schemas.openxmlformats.org/officeDocument/2006/relationships/oleObject" Target="../embeddings/oleObject21.bin"/><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tags" Target="../tags/tag164.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theme" Target="../theme/theme2.xml"/><Relationship Id="rId8"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image" Target="../media/image12.emf"/><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slideLayout" Target="../slideLayouts/slideLayout81.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oleObject" Target="../embeddings/oleObject21.bin"/><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tags" Target="../tags/tag17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theme" Target="../theme/theme3.xml"/><Relationship Id="rId8"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5"/>
            </p:custDataLst>
            <p:extLst>
              <p:ext uri="{D42A27DB-BD31-4B8C-83A1-F6EECF244321}">
                <p14:modId xmlns:p14="http://schemas.microsoft.com/office/powerpoint/2010/main" val="21741223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5" imgW="413" imgH="416" progId="TCLayout.ActiveDocument.1">
                  <p:embed/>
                </p:oleObj>
              </mc:Choice>
              <mc:Fallback>
                <p:oleObj name="think-cell Slide" r:id="rId45"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AU" sz="2500" b="1" i="0" baseline="0">
              <a:solidFill>
                <a:schemeClr val="bg1"/>
              </a:solidFill>
              <a:latin typeface="+mn-lt"/>
              <a:ea typeface="+mn-ea"/>
              <a:cs typeface="+mn-cs"/>
              <a:sym typeface="Arial" panose="020B060402020202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7"/>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AU">
                <a:latin typeface="+mn-lt"/>
                <a:ea typeface="+mn-ea"/>
                <a:cs typeface="+mn-cs"/>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8"/>
            </p:custDataLst>
          </p:nvPr>
        </p:nvSpPr>
        <p:spPr>
          <a:xfrm>
            <a:off x="554736" y="172212"/>
            <a:ext cx="11082528" cy="731520"/>
          </a:xfrm>
          <a:prstGeom prst="rect">
            <a:avLst/>
          </a:prstGeom>
        </p:spPr>
        <p:txBody>
          <a:bodyPr vert="horz" wrap="square" lIns="0" tIns="0" rIns="0" bIns="0" rtlCol="0" anchor="b" anchorCtr="0">
            <a:noAutofit/>
          </a:bodyPr>
          <a:lstStyle/>
          <a:p>
            <a:pPr lvl="0"/>
            <a:r>
              <a:rPr lang="en-AU"/>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AU">
                <a:solidFill>
                  <a:schemeClr val="tx1"/>
                </a:solidFill>
                <a:latin typeface="+mn-lt"/>
                <a:ea typeface="+mn-ea"/>
                <a:cs typeface="+mn-cs"/>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rtl="0"/>
              <a:endParaRPr lang="en-AU" sz="1323">
                <a:solidFill>
                  <a:schemeClr val="tx1"/>
                </a:solidFill>
                <a:latin typeface="+mn-lt"/>
                <a:ea typeface="+mn-ea"/>
                <a:cs typeface="+mn-cs"/>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rtl="0"/>
              <a:endParaRPr lang="en-AU" sz="1323">
                <a:solidFill>
                  <a:schemeClr val="tx1"/>
                </a:solidFill>
                <a:latin typeface="+mn-lt"/>
                <a:ea typeface="+mn-ea"/>
                <a:cs typeface="+mn-cs"/>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450444"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rtl="0"/>
            <a:r>
              <a:rPr lang="en-AU">
                <a:latin typeface="+mn-lt"/>
                <a:ea typeface="+mn-ea"/>
                <a:cs typeface="+mn-cs"/>
              </a:rPr>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9"/>
            </p:custDataLst>
          </p:nvPr>
        </p:nvSpPr>
        <p:spPr>
          <a:xfrm>
            <a:off x="5987738" y="2170800"/>
            <a:ext cx="3049253" cy="56938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AU">
                <a:latin typeface="+mn-lt"/>
                <a:ea typeface="+mn-ea"/>
                <a:cs typeface="+mn-cs"/>
              </a:rPr>
              <a:t>Above Chart Exhibit Title</a:t>
            </a:r>
          </a:p>
          <a:p>
            <a:pPr lvl="0" rtl="0"/>
            <a:r>
              <a:rPr lang="en-AU" b="0">
                <a:latin typeface="+mn-lt"/>
                <a:ea typeface="+mn-ea"/>
                <a:cs typeface="+mn-cs"/>
              </a:rPr>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484655" cy="1631216"/>
          </a:xfrm>
          <a:prstGeom prst="rect">
            <a:avLst/>
          </a:prstGeom>
        </p:spPr>
        <p:txBody>
          <a:bodyPr vert="horz" wrap="square" lIns="0" tIns="0" rIns="0" bIns="0" rtlCol="0">
            <a:sp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grpSp>
        <p:nvGrpSpPr>
          <p:cNvPr id="148" name="LegendLines" hidden="1">
            <a:extLst>
              <a:ext uri="{FF2B5EF4-FFF2-40B4-BE49-F238E27FC236}">
                <a16:creationId xmlns:a16="http://schemas.microsoft.com/office/drawing/2014/main" id="{E8083781-88DE-4BBD-A15C-28C30E5637EE}"/>
              </a:ext>
            </a:extLst>
          </p:cNvPr>
          <p:cNvGrpSpPr/>
          <p:nvPr userDrawn="1"/>
        </p:nvGrpSpPr>
        <p:grpSpPr>
          <a:xfrm>
            <a:off x="10317304" y="3150223"/>
            <a:ext cx="1319960" cy="958286"/>
            <a:chOff x="10162879" y="3243772"/>
            <a:chExt cx="1319960" cy="958286"/>
          </a:xfrm>
        </p:grpSpPr>
        <p:sp>
          <p:nvSpPr>
            <p:cNvPr id="149" name="Legend1" hidden="1">
              <a:extLst>
                <a:ext uri="{FF2B5EF4-FFF2-40B4-BE49-F238E27FC236}">
                  <a16:creationId xmlns:a16="http://schemas.microsoft.com/office/drawing/2014/main" id="{3523F412-9006-4D60-8895-A4629626BA46}"/>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50" name="Legend2" hidden="1">
              <a:extLst>
                <a:ext uri="{FF2B5EF4-FFF2-40B4-BE49-F238E27FC236}">
                  <a16:creationId xmlns:a16="http://schemas.microsoft.com/office/drawing/2014/main" id="{6509BF8C-39C4-4518-A472-B2C8289EA3C3}"/>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51" name="Legend3" hidden="1">
              <a:extLst>
                <a:ext uri="{FF2B5EF4-FFF2-40B4-BE49-F238E27FC236}">
                  <a16:creationId xmlns:a16="http://schemas.microsoft.com/office/drawing/2014/main" id="{53EDB7FB-D620-46A5-8D5C-2627C9F2982B}"/>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52" name="LineLegend3" hidden="1">
              <a:extLst>
                <a:ext uri="{FF2B5EF4-FFF2-40B4-BE49-F238E27FC236}">
                  <a16:creationId xmlns:a16="http://schemas.microsoft.com/office/drawing/2014/main" id="{821D6F29-8524-464A-9AA8-B68D1A411813}"/>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en-AU" sz="1400" baseline="0">
                <a:latin typeface="+mn-lt"/>
                <a:ea typeface="+mn-ea"/>
                <a:cs typeface="+mn-cs"/>
              </a:endParaRPr>
            </a:p>
          </p:txBody>
        </p:sp>
        <p:sp>
          <p:nvSpPr>
            <p:cNvPr id="153" name="LineLegend2" hidden="1">
              <a:extLst>
                <a:ext uri="{FF2B5EF4-FFF2-40B4-BE49-F238E27FC236}">
                  <a16:creationId xmlns:a16="http://schemas.microsoft.com/office/drawing/2014/main" id="{A112468E-7DA7-410C-A1AC-75FEA1FE5524}"/>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en-AU" sz="1400" baseline="0">
                <a:latin typeface="+mn-lt"/>
                <a:ea typeface="+mn-ea"/>
                <a:cs typeface="+mn-cs"/>
              </a:endParaRPr>
            </a:p>
          </p:txBody>
        </p:sp>
        <p:sp>
          <p:nvSpPr>
            <p:cNvPr id="154" name="LineLegend1" hidden="1">
              <a:extLst>
                <a:ext uri="{FF2B5EF4-FFF2-40B4-BE49-F238E27FC236}">
                  <a16:creationId xmlns:a16="http://schemas.microsoft.com/office/drawing/2014/main" id="{05690582-BFC2-422A-AED7-36C3170CAEEA}"/>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endParaRPr lang="en-AU" sz="1400" baseline="0">
                <a:latin typeface="+mn-lt"/>
                <a:ea typeface="+mn-ea"/>
                <a:cs typeface="+mn-cs"/>
              </a:endParaRPr>
            </a:p>
          </p:txBody>
        </p:sp>
      </p:grpSp>
      <p:grpSp>
        <p:nvGrpSpPr>
          <p:cNvPr id="155" name="LegendMoons" hidden="1">
            <a:extLst>
              <a:ext uri="{FF2B5EF4-FFF2-40B4-BE49-F238E27FC236}">
                <a16:creationId xmlns:a16="http://schemas.microsoft.com/office/drawing/2014/main" id="{E3C28425-6AA5-4DA1-9963-A98BA9844BE8}"/>
              </a:ext>
            </a:extLst>
          </p:cNvPr>
          <p:cNvGrpSpPr/>
          <p:nvPr userDrawn="1"/>
        </p:nvGrpSpPr>
        <p:grpSpPr>
          <a:xfrm>
            <a:off x="10688315" y="1145373"/>
            <a:ext cx="948949" cy="1731859"/>
            <a:chOff x="7723680" y="1702457"/>
            <a:chExt cx="948949" cy="1731859"/>
          </a:xfrm>
        </p:grpSpPr>
        <p:sp>
          <p:nvSpPr>
            <p:cNvPr id="156" name="Legend1" hidden="1">
              <a:extLst>
                <a:ext uri="{FF2B5EF4-FFF2-40B4-BE49-F238E27FC236}">
                  <a16:creationId xmlns:a16="http://schemas.microsoft.com/office/drawing/2014/main" id="{891E1E05-0FE8-4257-A552-3580AE18179D}"/>
                </a:ext>
              </a:extLst>
            </p:cNvPr>
            <p:cNvSpPr txBox="1"/>
            <p:nvPr/>
          </p:nvSpPr>
          <p:spPr>
            <a:xfrm>
              <a:off x="8076312" y="1709816"/>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57" name="Legend2" hidden="1">
              <a:extLst>
                <a:ext uri="{FF2B5EF4-FFF2-40B4-BE49-F238E27FC236}">
                  <a16:creationId xmlns:a16="http://schemas.microsoft.com/office/drawing/2014/main" id="{98DC8DA0-A4FA-4196-80DF-998AC590FAE9}"/>
                </a:ext>
              </a:extLst>
            </p:cNvPr>
            <p:cNvSpPr txBox="1"/>
            <p:nvPr/>
          </p:nvSpPr>
          <p:spPr>
            <a:xfrm>
              <a:off x="8076312" y="2085275"/>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58" name="Legend3" hidden="1">
              <a:extLst>
                <a:ext uri="{FF2B5EF4-FFF2-40B4-BE49-F238E27FC236}">
                  <a16:creationId xmlns:a16="http://schemas.microsoft.com/office/drawing/2014/main" id="{043FA466-23B3-42E9-8ECE-70BDC7EAC205}"/>
                </a:ext>
              </a:extLst>
            </p:cNvPr>
            <p:cNvSpPr txBox="1"/>
            <p:nvPr/>
          </p:nvSpPr>
          <p:spPr>
            <a:xfrm>
              <a:off x="8076312" y="246073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59" name="Legend4" hidden="1">
              <a:extLst>
                <a:ext uri="{FF2B5EF4-FFF2-40B4-BE49-F238E27FC236}">
                  <a16:creationId xmlns:a16="http://schemas.microsoft.com/office/drawing/2014/main" id="{BB51E846-81FB-417D-80DC-881F4DF21FF9}"/>
                </a:ext>
              </a:extLst>
            </p:cNvPr>
            <p:cNvSpPr txBox="1"/>
            <p:nvPr/>
          </p:nvSpPr>
          <p:spPr>
            <a:xfrm>
              <a:off x="8076312" y="2836193"/>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60" name="Legend5" hidden="1">
              <a:extLst>
                <a:ext uri="{FF2B5EF4-FFF2-40B4-BE49-F238E27FC236}">
                  <a16:creationId xmlns:a16="http://schemas.microsoft.com/office/drawing/2014/main" id="{9E041975-4BFC-4008-9C92-95CACE03A926}"/>
                </a:ext>
              </a:extLst>
            </p:cNvPr>
            <p:cNvSpPr txBox="1"/>
            <p:nvPr/>
          </p:nvSpPr>
          <p:spPr>
            <a:xfrm>
              <a:off x="8076312" y="321165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grpSp>
          <p:nvGrpSpPr>
            <p:cNvPr id="161" name="MoonLegend1" hidden="1">
              <a:extLst>
                <a:ext uri="{FF2B5EF4-FFF2-40B4-BE49-F238E27FC236}">
                  <a16:creationId xmlns:a16="http://schemas.microsoft.com/office/drawing/2014/main" id="{31FEFA1C-7150-4220-A0CF-77F75049335E}"/>
                </a:ext>
              </a:extLst>
            </p:cNvPr>
            <p:cNvGrpSpPr>
              <a:grpSpLocks noChangeAspect="1"/>
            </p:cNvGrpSpPr>
            <p:nvPr>
              <p:custDataLst>
                <p:tags r:id="rId30"/>
              </p:custDataLst>
            </p:nvPr>
          </p:nvGrpSpPr>
          <p:grpSpPr>
            <a:xfrm>
              <a:off x="7723680" y="1702457"/>
              <a:ext cx="228600" cy="228600"/>
              <a:chOff x="762000" y="1270000"/>
              <a:chExt cx="254000" cy="254000"/>
            </a:xfrm>
          </p:grpSpPr>
          <p:sp>
            <p:nvSpPr>
              <p:cNvPr id="184" name="Oval 183" hidden="1">
                <a:extLst>
                  <a:ext uri="{FF2B5EF4-FFF2-40B4-BE49-F238E27FC236}">
                    <a16:creationId xmlns:a16="http://schemas.microsoft.com/office/drawing/2014/main" id="{4B4C5461-6AD3-4117-BFDE-104A31177CBB}"/>
                  </a:ext>
                </a:extLst>
              </p:cNvPr>
              <p:cNvSpPr/>
              <p:nvPr>
                <p:custDataLst>
                  <p:tags r:id="rId4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400">
                  <a:solidFill>
                    <a:schemeClr val="tx1"/>
                  </a:solidFill>
                  <a:latin typeface="+mn-lt"/>
                  <a:ea typeface="+mn-ea"/>
                  <a:cs typeface="+mn-cs"/>
                </a:endParaRPr>
              </a:p>
            </p:txBody>
          </p:sp>
          <p:sp>
            <p:nvSpPr>
              <p:cNvPr id="185" name="Arc 184" hidden="1">
                <a:extLst>
                  <a:ext uri="{FF2B5EF4-FFF2-40B4-BE49-F238E27FC236}">
                    <a16:creationId xmlns:a16="http://schemas.microsoft.com/office/drawing/2014/main" id="{B6B7696F-B3CA-415D-B90F-FC30138919E8}"/>
                  </a:ext>
                </a:extLst>
              </p:cNvPr>
              <p:cNvSpPr/>
              <p:nvPr>
                <p:custDataLst>
                  <p:tags r:id="rId4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AU" sz="1400">
                  <a:latin typeface="+mn-lt"/>
                  <a:ea typeface="+mn-ea"/>
                  <a:cs typeface="+mn-cs"/>
                </a:endParaRPr>
              </a:p>
            </p:txBody>
          </p:sp>
        </p:grpSp>
        <p:grpSp>
          <p:nvGrpSpPr>
            <p:cNvPr id="162" name="MoonLegend2" hidden="1">
              <a:extLst>
                <a:ext uri="{FF2B5EF4-FFF2-40B4-BE49-F238E27FC236}">
                  <a16:creationId xmlns:a16="http://schemas.microsoft.com/office/drawing/2014/main" id="{D191F3B8-190E-4214-92FF-4C43E2BB0A04}"/>
                </a:ext>
              </a:extLst>
            </p:cNvPr>
            <p:cNvGrpSpPr>
              <a:grpSpLocks noChangeAspect="1"/>
            </p:cNvGrpSpPr>
            <p:nvPr>
              <p:custDataLst>
                <p:tags r:id="rId31"/>
              </p:custDataLst>
            </p:nvPr>
          </p:nvGrpSpPr>
          <p:grpSpPr>
            <a:xfrm>
              <a:off x="7723680" y="2078270"/>
              <a:ext cx="228600" cy="228600"/>
              <a:chOff x="762000" y="1270000"/>
              <a:chExt cx="254000" cy="254000"/>
            </a:xfrm>
          </p:grpSpPr>
          <p:sp>
            <p:nvSpPr>
              <p:cNvPr id="182" name="Oval 181" hidden="1">
                <a:extLst>
                  <a:ext uri="{FF2B5EF4-FFF2-40B4-BE49-F238E27FC236}">
                    <a16:creationId xmlns:a16="http://schemas.microsoft.com/office/drawing/2014/main" id="{7E398640-E24B-4959-8A56-9AD6ED3D2509}"/>
                  </a:ext>
                </a:extLst>
              </p:cNvPr>
              <p:cNvSpPr/>
              <p:nvPr>
                <p:custDataLst>
                  <p:tags r:id="rId4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400">
                  <a:solidFill>
                    <a:schemeClr val="tx1"/>
                  </a:solidFill>
                  <a:latin typeface="+mn-lt"/>
                  <a:ea typeface="+mn-ea"/>
                  <a:cs typeface="+mn-cs"/>
                </a:endParaRPr>
              </a:p>
            </p:txBody>
          </p:sp>
          <p:sp>
            <p:nvSpPr>
              <p:cNvPr id="183" name="Arc 182" hidden="1">
                <a:extLst>
                  <a:ext uri="{FF2B5EF4-FFF2-40B4-BE49-F238E27FC236}">
                    <a16:creationId xmlns:a16="http://schemas.microsoft.com/office/drawing/2014/main" id="{D9645D4F-F88C-46D4-BA81-CF7EE0E28CE5}"/>
                  </a:ext>
                </a:extLst>
              </p:cNvPr>
              <p:cNvSpPr/>
              <p:nvPr>
                <p:custDataLst>
                  <p:tags r:id="rId4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AU" sz="1400">
                  <a:latin typeface="+mn-lt"/>
                  <a:ea typeface="+mn-ea"/>
                  <a:cs typeface="+mn-cs"/>
                </a:endParaRPr>
              </a:p>
            </p:txBody>
          </p:sp>
        </p:grpSp>
        <p:grpSp>
          <p:nvGrpSpPr>
            <p:cNvPr id="163" name="MoonLegend3" hidden="1">
              <a:extLst>
                <a:ext uri="{FF2B5EF4-FFF2-40B4-BE49-F238E27FC236}">
                  <a16:creationId xmlns:a16="http://schemas.microsoft.com/office/drawing/2014/main" id="{0DF91004-6559-42AC-AF62-DFADD62E5805}"/>
                </a:ext>
              </a:extLst>
            </p:cNvPr>
            <p:cNvGrpSpPr>
              <a:grpSpLocks noChangeAspect="1"/>
            </p:cNvGrpSpPr>
            <p:nvPr>
              <p:custDataLst>
                <p:tags r:id="rId32"/>
              </p:custDataLst>
            </p:nvPr>
          </p:nvGrpSpPr>
          <p:grpSpPr>
            <a:xfrm>
              <a:off x="7723680" y="2454085"/>
              <a:ext cx="228600" cy="228600"/>
              <a:chOff x="762000" y="1270000"/>
              <a:chExt cx="254000" cy="254000"/>
            </a:xfrm>
          </p:grpSpPr>
          <p:sp>
            <p:nvSpPr>
              <p:cNvPr id="180" name="Oval 179" hidden="1">
                <a:extLst>
                  <a:ext uri="{FF2B5EF4-FFF2-40B4-BE49-F238E27FC236}">
                    <a16:creationId xmlns:a16="http://schemas.microsoft.com/office/drawing/2014/main" id="{DEC2EED9-DF1B-417F-9A48-6723C77E57BA}"/>
                  </a:ext>
                </a:extLst>
              </p:cNvPr>
              <p:cNvSpPr/>
              <p:nvPr>
                <p:custDataLst>
                  <p:tags r:id="rId3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400">
                  <a:solidFill>
                    <a:schemeClr val="tx1"/>
                  </a:solidFill>
                  <a:latin typeface="+mn-lt"/>
                  <a:ea typeface="+mn-ea"/>
                  <a:cs typeface="+mn-cs"/>
                </a:endParaRPr>
              </a:p>
            </p:txBody>
          </p:sp>
          <p:sp>
            <p:nvSpPr>
              <p:cNvPr id="181" name="Arc 180" hidden="1">
                <a:extLst>
                  <a:ext uri="{FF2B5EF4-FFF2-40B4-BE49-F238E27FC236}">
                    <a16:creationId xmlns:a16="http://schemas.microsoft.com/office/drawing/2014/main" id="{36AA1EC5-7350-4C32-B38F-8B4BA66502C1}"/>
                  </a:ext>
                </a:extLst>
              </p:cNvPr>
              <p:cNvSpPr/>
              <p:nvPr>
                <p:custDataLst>
                  <p:tags r:id="rId4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AU" sz="1400">
                  <a:latin typeface="+mn-lt"/>
                  <a:ea typeface="+mn-ea"/>
                  <a:cs typeface="+mn-cs"/>
                </a:endParaRPr>
              </a:p>
            </p:txBody>
          </p:sp>
        </p:grpSp>
        <p:grpSp>
          <p:nvGrpSpPr>
            <p:cNvPr id="164" name="MoonLegend4" hidden="1">
              <a:extLst>
                <a:ext uri="{FF2B5EF4-FFF2-40B4-BE49-F238E27FC236}">
                  <a16:creationId xmlns:a16="http://schemas.microsoft.com/office/drawing/2014/main" id="{331A9C6C-4A5E-4C6F-98D0-AC56A7C51892}"/>
                </a:ext>
              </a:extLst>
            </p:cNvPr>
            <p:cNvGrpSpPr>
              <a:grpSpLocks noChangeAspect="1"/>
            </p:cNvGrpSpPr>
            <p:nvPr>
              <p:custDataLst>
                <p:tags r:id="rId33"/>
              </p:custDataLst>
            </p:nvPr>
          </p:nvGrpSpPr>
          <p:grpSpPr>
            <a:xfrm>
              <a:off x="7723680" y="2829900"/>
              <a:ext cx="228600" cy="228600"/>
              <a:chOff x="762000" y="1270000"/>
              <a:chExt cx="254000" cy="254000"/>
            </a:xfrm>
          </p:grpSpPr>
          <p:sp>
            <p:nvSpPr>
              <p:cNvPr id="168" name="Oval 167" hidden="1">
                <a:extLst>
                  <a:ext uri="{FF2B5EF4-FFF2-40B4-BE49-F238E27FC236}">
                    <a16:creationId xmlns:a16="http://schemas.microsoft.com/office/drawing/2014/main" id="{AF81D160-A6A1-4FFA-BB19-B5134E334FBA}"/>
                  </a:ext>
                </a:extLst>
              </p:cNvPr>
              <p:cNvSpPr/>
              <p:nvPr>
                <p:custDataLst>
                  <p:tags r:id="rId3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400">
                  <a:solidFill>
                    <a:schemeClr val="tx1"/>
                  </a:solidFill>
                  <a:latin typeface="+mn-lt"/>
                  <a:ea typeface="+mn-ea"/>
                  <a:cs typeface="+mn-cs"/>
                </a:endParaRPr>
              </a:p>
            </p:txBody>
          </p:sp>
          <p:sp>
            <p:nvSpPr>
              <p:cNvPr id="179" name="Arc 178" hidden="1">
                <a:extLst>
                  <a:ext uri="{FF2B5EF4-FFF2-40B4-BE49-F238E27FC236}">
                    <a16:creationId xmlns:a16="http://schemas.microsoft.com/office/drawing/2014/main" id="{84E010F5-DA56-4C27-9FCB-B91C6959AF13}"/>
                  </a:ext>
                </a:extLst>
              </p:cNvPr>
              <p:cNvSpPr/>
              <p:nvPr>
                <p:custDataLst>
                  <p:tags r:id="rId3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AU" sz="1400">
                  <a:latin typeface="+mn-lt"/>
                  <a:ea typeface="+mn-ea"/>
                  <a:cs typeface="+mn-cs"/>
                </a:endParaRPr>
              </a:p>
            </p:txBody>
          </p:sp>
        </p:grpSp>
        <p:grpSp>
          <p:nvGrpSpPr>
            <p:cNvPr id="165" name="MoonLegend5" hidden="1">
              <a:extLst>
                <a:ext uri="{FF2B5EF4-FFF2-40B4-BE49-F238E27FC236}">
                  <a16:creationId xmlns:a16="http://schemas.microsoft.com/office/drawing/2014/main" id="{07B3DEB9-E062-4D95-B54C-EA97ACFC4D16}"/>
                </a:ext>
              </a:extLst>
            </p:cNvPr>
            <p:cNvGrpSpPr>
              <a:grpSpLocks noChangeAspect="1"/>
            </p:cNvGrpSpPr>
            <p:nvPr>
              <p:custDataLst>
                <p:tags r:id="rId34"/>
              </p:custDataLst>
            </p:nvPr>
          </p:nvGrpSpPr>
          <p:grpSpPr>
            <a:xfrm>
              <a:off x="7723680" y="3205716"/>
              <a:ext cx="228600" cy="228600"/>
              <a:chOff x="762000" y="1270000"/>
              <a:chExt cx="254000" cy="254000"/>
            </a:xfrm>
          </p:grpSpPr>
          <p:sp>
            <p:nvSpPr>
              <p:cNvPr id="166" name="Oval 165" hidden="1">
                <a:extLst>
                  <a:ext uri="{FF2B5EF4-FFF2-40B4-BE49-F238E27FC236}">
                    <a16:creationId xmlns:a16="http://schemas.microsoft.com/office/drawing/2014/main" id="{4E51273A-4212-4F76-AE17-CE3322DF14FC}"/>
                  </a:ext>
                </a:extLst>
              </p:cNvPr>
              <p:cNvSpPr/>
              <p:nvPr>
                <p:custDataLst>
                  <p:tags r:id="rId3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400">
                  <a:solidFill>
                    <a:schemeClr val="tx1"/>
                  </a:solidFill>
                  <a:latin typeface="+mn-lt"/>
                  <a:ea typeface="+mn-ea"/>
                  <a:cs typeface="+mn-cs"/>
                </a:endParaRPr>
              </a:p>
            </p:txBody>
          </p:sp>
          <p:sp>
            <p:nvSpPr>
              <p:cNvPr id="167" name="Arc 166" hidden="1">
                <a:extLst>
                  <a:ext uri="{FF2B5EF4-FFF2-40B4-BE49-F238E27FC236}">
                    <a16:creationId xmlns:a16="http://schemas.microsoft.com/office/drawing/2014/main" id="{39F7C33E-3F90-47DC-8BC1-43ED230FE2A6}"/>
                  </a:ext>
                </a:extLst>
              </p:cNvPr>
              <p:cNvSpPr/>
              <p:nvPr>
                <p:custDataLst>
                  <p:tags r:id="rId3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AU" sz="1400">
                  <a:latin typeface="+mn-lt"/>
                  <a:ea typeface="+mn-ea"/>
                  <a:cs typeface="+mn-cs"/>
                </a:endParaRPr>
              </a:p>
            </p:txBody>
          </p:sp>
        </p:grpSp>
      </p:grpSp>
      <p:grpSp>
        <p:nvGrpSpPr>
          <p:cNvPr id="187" name="LegendBoxes" hidden="1">
            <a:extLst>
              <a:ext uri="{FF2B5EF4-FFF2-40B4-BE49-F238E27FC236}">
                <a16:creationId xmlns:a16="http://schemas.microsoft.com/office/drawing/2014/main" id="{27E39C24-62AD-4CFB-B473-52F214374E74}"/>
              </a:ext>
            </a:extLst>
          </p:cNvPr>
          <p:cNvGrpSpPr/>
          <p:nvPr userDrawn="1"/>
        </p:nvGrpSpPr>
        <p:grpSpPr>
          <a:xfrm>
            <a:off x="10714801" y="4381500"/>
            <a:ext cx="922463" cy="1717282"/>
            <a:chOff x="10652400" y="4322824"/>
            <a:chExt cx="922463" cy="1717282"/>
          </a:xfrm>
        </p:grpSpPr>
        <p:sp>
          <p:nvSpPr>
            <p:cNvPr id="188" name="RectangleLegend1" hidden="1">
              <a:extLst>
                <a:ext uri="{FF2B5EF4-FFF2-40B4-BE49-F238E27FC236}">
                  <a16:creationId xmlns:a16="http://schemas.microsoft.com/office/drawing/2014/main" id="{82EA2060-0915-4DE3-BDCE-E23D3A88A823}"/>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sz="1400">
                <a:solidFill>
                  <a:schemeClr val="tx1"/>
                </a:solidFill>
                <a:latin typeface="+mn-lt"/>
                <a:ea typeface="+mn-ea"/>
                <a:cs typeface="+mn-cs"/>
              </a:endParaRPr>
            </a:p>
          </p:txBody>
        </p:sp>
        <p:sp>
          <p:nvSpPr>
            <p:cNvPr id="189" name="RectangleLegend2" hidden="1">
              <a:extLst>
                <a:ext uri="{FF2B5EF4-FFF2-40B4-BE49-F238E27FC236}">
                  <a16:creationId xmlns:a16="http://schemas.microsoft.com/office/drawing/2014/main" id="{69877DEB-E7D2-40AC-9757-DE92324DC65D}"/>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sz="1400">
                <a:solidFill>
                  <a:schemeClr val="tx1"/>
                </a:solidFill>
                <a:latin typeface="+mn-lt"/>
                <a:ea typeface="+mn-ea"/>
                <a:cs typeface="+mn-cs"/>
              </a:endParaRPr>
            </a:p>
          </p:txBody>
        </p:sp>
        <p:sp>
          <p:nvSpPr>
            <p:cNvPr id="190" name="RectangleLegend3" hidden="1">
              <a:extLst>
                <a:ext uri="{FF2B5EF4-FFF2-40B4-BE49-F238E27FC236}">
                  <a16:creationId xmlns:a16="http://schemas.microsoft.com/office/drawing/2014/main" id="{36B2B816-BB73-40D0-826B-5684A5D6D982}"/>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sz="1400">
                <a:solidFill>
                  <a:schemeClr val="tx1"/>
                </a:solidFill>
                <a:latin typeface="+mn-lt"/>
                <a:ea typeface="+mn-ea"/>
                <a:cs typeface="+mn-cs"/>
              </a:endParaRPr>
            </a:p>
          </p:txBody>
        </p:sp>
        <p:sp>
          <p:nvSpPr>
            <p:cNvPr id="191" name="RectangleLegend4" hidden="1">
              <a:extLst>
                <a:ext uri="{FF2B5EF4-FFF2-40B4-BE49-F238E27FC236}">
                  <a16:creationId xmlns:a16="http://schemas.microsoft.com/office/drawing/2014/main" id="{988319CB-B057-4C42-9A3D-0DE27C3B33B8}"/>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sz="1400">
                <a:solidFill>
                  <a:schemeClr val="tx1"/>
                </a:solidFill>
                <a:latin typeface="+mn-lt"/>
                <a:ea typeface="+mn-ea"/>
                <a:cs typeface="+mn-cs"/>
              </a:endParaRPr>
            </a:p>
          </p:txBody>
        </p:sp>
        <p:sp>
          <p:nvSpPr>
            <p:cNvPr id="192" name="RectangleLegend5" hidden="1">
              <a:extLst>
                <a:ext uri="{FF2B5EF4-FFF2-40B4-BE49-F238E27FC236}">
                  <a16:creationId xmlns:a16="http://schemas.microsoft.com/office/drawing/2014/main" id="{B1D161FD-8EDB-4D89-A52E-534735120921}"/>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sz="1400">
                <a:solidFill>
                  <a:schemeClr val="tx1"/>
                </a:solidFill>
                <a:latin typeface="+mn-lt"/>
                <a:ea typeface="+mn-ea"/>
                <a:cs typeface="+mn-cs"/>
              </a:endParaRPr>
            </a:p>
          </p:txBody>
        </p:sp>
        <p:sp>
          <p:nvSpPr>
            <p:cNvPr id="193" name="Legend1" hidden="1">
              <a:extLst>
                <a:ext uri="{FF2B5EF4-FFF2-40B4-BE49-F238E27FC236}">
                  <a16:creationId xmlns:a16="http://schemas.microsoft.com/office/drawing/2014/main" id="{098B8E36-6366-41BE-80A6-DEECCA1B25EF}"/>
                </a:ext>
              </a:extLst>
            </p:cNvPr>
            <p:cNvSpPr txBox="1"/>
            <p:nvPr/>
          </p:nvSpPr>
          <p:spPr>
            <a:xfrm>
              <a:off x="10978546" y="4322824"/>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94" name="Legend2" hidden="1">
              <a:extLst>
                <a:ext uri="{FF2B5EF4-FFF2-40B4-BE49-F238E27FC236}">
                  <a16:creationId xmlns:a16="http://schemas.microsoft.com/office/drawing/2014/main" id="{9909546F-0BCE-4E40-905E-62CE702220D2}"/>
                </a:ext>
              </a:extLst>
            </p:cNvPr>
            <p:cNvSpPr txBox="1"/>
            <p:nvPr/>
          </p:nvSpPr>
          <p:spPr>
            <a:xfrm>
              <a:off x="10978546" y="470232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95" name="Legend3" hidden="1">
              <a:extLst>
                <a:ext uri="{FF2B5EF4-FFF2-40B4-BE49-F238E27FC236}">
                  <a16:creationId xmlns:a16="http://schemas.microsoft.com/office/drawing/2014/main" id="{C4F06A0E-8275-495E-89B8-4A584B86D788}"/>
                </a:ext>
              </a:extLst>
            </p:cNvPr>
            <p:cNvSpPr txBox="1"/>
            <p:nvPr/>
          </p:nvSpPr>
          <p:spPr>
            <a:xfrm>
              <a:off x="10978546" y="5081820"/>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96" name="Legend4" hidden="1">
              <a:extLst>
                <a:ext uri="{FF2B5EF4-FFF2-40B4-BE49-F238E27FC236}">
                  <a16:creationId xmlns:a16="http://schemas.microsoft.com/office/drawing/2014/main" id="{6081D4F4-FA9E-408E-928A-0146D3A39466}"/>
                </a:ext>
              </a:extLst>
            </p:cNvPr>
            <p:cNvSpPr txBox="1"/>
            <p:nvPr/>
          </p:nvSpPr>
          <p:spPr>
            <a:xfrm>
              <a:off x="10978546" y="5453241"/>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sp>
          <p:nvSpPr>
            <p:cNvPr id="197" name="Legend5" hidden="1">
              <a:extLst>
                <a:ext uri="{FF2B5EF4-FFF2-40B4-BE49-F238E27FC236}">
                  <a16:creationId xmlns:a16="http://schemas.microsoft.com/office/drawing/2014/main" id="{D2F1D171-7C9C-468D-9770-363AA19C46F7}"/>
                </a:ext>
              </a:extLst>
            </p:cNvPr>
            <p:cNvSpPr txBox="1"/>
            <p:nvPr/>
          </p:nvSpPr>
          <p:spPr>
            <a:xfrm>
              <a:off x="10978545" y="5824662"/>
              <a:ext cx="596317" cy="215444"/>
            </a:xfrm>
            <a:prstGeom prst="rect">
              <a:avLst/>
            </a:prstGeom>
            <a:noFill/>
            <a:ln>
              <a:noFill/>
              <a:miter lim="800000"/>
            </a:ln>
          </p:spPr>
          <p:txBody>
            <a:bodyPr wrap="none" lIns="0" tIns="0" rIns="0" bIns="0" rtlCol="0" anchor="ctr" anchorCtr="0">
              <a:spAutoFit/>
            </a:bodyPr>
            <a:lstStyle/>
            <a:p>
              <a:pPr rtl="0">
                <a:spcAft>
                  <a:spcPts val="600"/>
                </a:spcAft>
              </a:pPr>
              <a:r>
                <a:rPr lang="en-AU" sz="1400">
                  <a:latin typeface="+mn-lt"/>
                  <a:ea typeface="+mn-ea"/>
                  <a:cs typeface="+mn-cs"/>
                </a:rPr>
                <a:t>Legend</a:t>
              </a:r>
            </a:p>
          </p:txBody>
        </p:sp>
      </p:grpSp>
      <p:pic>
        <p:nvPicPr>
          <p:cNvPr id="170" name="Picture 169">
            <a:extLst>
              <a:ext uri="{FF2B5EF4-FFF2-40B4-BE49-F238E27FC236}">
                <a16:creationId xmlns:a16="http://schemas.microsoft.com/office/drawing/2014/main" id="{09B31751-4A9C-4CB8-9520-B8DA30DCB330}"/>
              </a:ext>
            </a:extLst>
          </p:cNvPr>
          <p:cNvPicPr>
            <a:picLocks noChangeAspect="1"/>
          </p:cNvPicPr>
          <p:nvPr userDrawn="1"/>
        </p:nvPicPr>
        <p:blipFill>
          <a:blip r:embed="rId47" cstate="email">
            <a:extLst>
              <a:ext uri="{28A0092B-C50C-407E-A947-70E740481C1C}">
                <a14:useLocalDpi xmlns:a14="http://schemas.microsoft.com/office/drawing/2010/main"/>
              </a:ext>
            </a:extLst>
          </a:blip>
          <a:stretch>
            <a:fillRect/>
          </a:stretch>
        </p:blipFill>
        <p:spPr>
          <a:xfrm>
            <a:off x="10137667" y="6384469"/>
            <a:ext cx="1154268" cy="308886"/>
          </a:xfrm>
          <a:prstGeom prst="rect">
            <a:avLst/>
          </a:prstGeom>
        </p:spPr>
      </p:pic>
      <p:sp>
        <p:nvSpPr>
          <p:cNvPr id="6" name="fc" descr=" ">
            <a:extLst>
              <a:ext uri="{FF2B5EF4-FFF2-40B4-BE49-F238E27FC236}">
                <a16:creationId xmlns:a16="http://schemas.microsoft.com/office/drawing/2014/main" id="{4BC50E34-4129-4A1B-9C05-EA6FD4E934AB}"/>
              </a:ext>
            </a:extLst>
          </p:cNvPr>
          <p:cNvSpPr txBox="1"/>
          <p:nvPr userDrawn="1"/>
        </p:nvSpPr>
        <p:spPr>
          <a:xfrm>
            <a:off x="0" y="6515100"/>
            <a:ext cx="12192000" cy="0"/>
          </a:xfrm>
          <a:prstGeom prst="rect">
            <a:avLst/>
          </a:prstGeom>
          <a:ln w="6350">
            <a:noFill/>
            <a:miter lim="800000"/>
          </a:ln>
        </p:spPr>
        <p:txBody>
          <a:bodyPr vert="horz" wrap="square" lIns="0" tIns="0" rIns="0" bIns="0" rtlCol="0">
            <a:noAutofit/>
          </a:bodyPr>
          <a:lstStyle/>
          <a:p>
            <a:pPr algn="ctr" rtl="0">
              <a:spcBef>
                <a:spcPts val="300"/>
              </a:spcBef>
              <a:spcAft>
                <a:spcPts val="300"/>
              </a:spcAft>
              <a:buNone/>
            </a:pPr>
            <a:r>
              <a:rPr lang="en-AU" sz="1000" b="0" i="0" u="none" baseline="0">
                <a:solidFill>
                  <a:srgbClr val="000000"/>
                </a:solidFill>
                <a:latin typeface="+mn-lt"/>
                <a:ea typeface="+mn-ea"/>
                <a:cs typeface="+mn-cs"/>
              </a:rPr>
              <a:t> </a:t>
            </a:r>
          </a:p>
        </p:txBody>
      </p:sp>
      <p:sp>
        <p:nvSpPr>
          <p:cNvPr id="7" name="fl" descr="    Confidential">
            <a:extLst>
              <a:ext uri="{FF2B5EF4-FFF2-40B4-BE49-F238E27FC236}">
                <a16:creationId xmlns:a16="http://schemas.microsoft.com/office/drawing/2014/main" id="{7A192B5A-3EB0-4EAC-A67A-546EAD1B687B}"/>
              </a:ext>
            </a:extLst>
          </p:cNvPr>
          <p:cNvSpPr txBox="1"/>
          <p:nvPr userDrawn="1"/>
        </p:nvSpPr>
        <p:spPr>
          <a:xfrm>
            <a:off x="0" y="6647004"/>
            <a:ext cx="12192000" cy="178255"/>
          </a:xfrm>
          <a:prstGeom prst="rect">
            <a:avLst/>
          </a:prstGeom>
          <a:ln w="6350">
            <a:noFill/>
            <a:miter lim="800000"/>
          </a:ln>
        </p:spPr>
        <p:txBody>
          <a:bodyPr vert="horz" wrap="square" lIns="0" tIns="0" rIns="0" bIns="0" rtlCol="0">
            <a:noAutofit/>
          </a:bodyPr>
          <a:lstStyle/>
          <a:p>
            <a:pPr algn="l" rtl="0">
              <a:spcBef>
                <a:spcPts val="300"/>
              </a:spcBef>
              <a:spcAft>
                <a:spcPts val="300"/>
              </a:spcAft>
              <a:buNone/>
            </a:pPr>
            <a:r>
              <a:rPr lang="en-AU" sz="1000" b="0" i="0" u="none" baseline="0">
                <a:solidFill>
                  <a:srgbClr val="000000"/>
                </a:solidFill>
                <a:latin typeface="+mn-lt"/>
                <a:ea typeface="+mn-ea"/>
                <a:cs typeface="+mn-cs"/>
              </a:rPr>
              <a:t>    Confidential</a:t>
            </a:r>
          </a:p>
        </p:txBody>
      </p:sp>
      <p:sp>
        <p:nvSpPr>
          <p:cNvPr id="9" name="TextBox 8">
            <a:extLst>
              <a:ext uri="{FF2B5EF4-FFF2-40B4-BE49-F238E27FC236}">
                <a16:creationId xmlns:a16="http://schemas.microsoft.com/office/drawing/2014/main" id="{F9917802-8693-24A6-3E76-F5F248A74911}"/>
              </a:ext>
            </a:extLst>
          </p:cNvPr>
          <p:cNvSpPr txBox="1"/>
          <p:nvPr userDrawn="1">
            <p:extLst>
              <p:ext uri="{1162E1C5-73C7-4A58-AE30-91384D911F3F}">
                <p184:classification xmlns:p184="http://schemas.microsoft.com/office/powerpoint/2018/4/main" val="ftr"/>
              </p:ext>
            </p:extLst>
          </p:nvPr>
        </p:nvSpPr>
        <p:spPr>
          <a:xfrm>
            <a:off x="63500" y="6642100"/>
            <a:ext cx="654050" cy="152400"/>
          </a:xfrm>
          <a:prstGeom prst="rect">
            <a:avLst/>
          </a:prstGeom>
        </p:spPr>
        <p:txBody>
          <a:bodyPr horzOverflow="overflow" lIns="0" tIns="0" rIns="0" bIns="0">
            <a:spAutoFit/>
          </a:bodyPr>
          <a:lstStyle/>
          <a:p>
            <a:pPr algn="l"/>
            <a:r>
              <a:rPr lang="en-AU" sz="1000">
                <a:solidFill>
                  <a:srgbClr val="FF0000">
                    <a:alpha val="50000"/>
                  </a:srgbClr>
                </a:solidFill>
                <a:latin typeface="Calibri" panose="020F0502020204030204" pitchFamily="34" charset="0"/>
                <a:ea typeface="Calibri" panose="020F0502020204030204" pitchFamily="34" charset="0"/>
                <a:cs typeface="Calibri" panose="020F0502020204030204" pitchFamily="34" charset="0"/>
              </a:rPr>
              <a:t>Confidential</a:t>
            </a:r>
          </a:p>
        </p:txBody>
      </p:sp>
    </p:spTree>
    <p:extLst>
      <p:ext uri="{BB962C8B-B14F-4D97-AF65-F5344CB8AC3E}">
        <p14:creationId xmlns:p14="http://schemas.microsoft.com/office/powerpoint/2010/main" val="24060751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mn-cs"/>
        </a:defRPr>
      </a:lvl1pPr>
      <a:lvl2pPr marL="228600" indent="-225425"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A8E6FD-3A78-DEBC-0C54-E2CBBBDA13A5}"/>
              </a:ext>
            </a:extLst>
          </p:cNvPr>
          <p:cNvGraphicFramePr>
            <a:graphicFrameLocks noChangeAspect="1"/>
          </p:cNvGraphicFramePr>
          <p:nvPr userDrawn="1">
            <p:custDataLst>
              <p:tags r:id="rId31"/>
            </p:custDataLst>
            <p:extLst>
              <p:ext uri="{D42A27DB-BD31-4B8C-83A1-F6EECF244321}">
                <p14:modId xmlns:p14="http://schemas.microsoft.com/office/powerpoint/2010/main" val="9538799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404" imgH="405" progId="TCLayout.ActiveDocument.1">
                  <p:embed/>
                </p:oleObj>
              </mc:Choice>
              <mc:Fallback>
                <p:oleObj name="think-cell Slide" r:id="rId32" imgW="404" imgH="405" progId="TCLayout.ActiveDocument.1">
                  <p:embed/>
                  <p:pic>
                    <p:nvPicPr>
                      <p:cNvPr id="4" name="think-cell data - do not delete" hidden="1">
                        <a:extLst>
                          <a:ext uri="{FF2B5EF4-FFF2-40B4-BE49-F238E27FC236}">
                            <a16:creationId xmlns:a16="http://schemas.microsoft.com/office/drawing/2014/main" id="{0BA8E6FD-3A78-DEBC-0C54-E2CBBBDA13A5}"/>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24" name="Slide Number Placeholder 4">
            <a:extLst>
              <a:ext uri="{FF2B5EF4-FFF2-40B4-BE49-F238E27FC236}">
                <a16:creationId xmlns:a16="http://schemas.microsoft.com/office/drawing/2014/main" id="{29AA5EFB-CE21-4D87-B670-99E2DC89C34E}"/>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tx1">
                    <a:alpha val="70000"/>
                  </a:schemeClr>
                </a:solidFill>
                <a:latin typeface="Arial" panose="020B0604020202020204" pitchFamily="34" charset="0"/>
                <a:cs typeface="Arial" panose="020B0604020202020204" pitchFamily="34" charset="0"/>
              </a:defRPr>
            </a:lvl1pPr>
          </a:lstStyle>
          <a:p>
            <a:fld id="{EF2F7A32-C1EA-4F7E-B0A2-7FCB5BFE90DE}" type="slidenum">
              <a:rPr lang="en-AU" smtClean="0"/>
              <a:pPr/>
              <a:t>‹#›</a:t>
            </a:fld>
            <a:endParaRPr lang="en-AU"/>
          </a:p>
        </p:txBody>
      </p:sp>
      <p:sp>
        <p:nvSpPr>
          <p:cNvPr id="38" name="Title Placeholder 1">
            <a:extLst>
              <a:ext uri="{FF2B5EF4-FFF2-40B4-BE49-F238E27FC236}">
                <a16:creationId xmlns:a16="http://schemas.microsoft.com/office/drawing/2014/main" id="{938F8B1D-BA77-4A97-BCA9-4BC112261F7A}"/>
              </a:ext>
            </a:extLst>
          </p:cNvPr>
          <p:cNvSpPr>
            <a:spLocks noGrp="1"/>
          </p:cNvSpPr>
          <p:nvPr>
            <p:ph type="title"/>
          </p:nvPr>
        </p:nvSpPr>
        <p:spPr>
          <a:xfrm>
            <a:off x="442914" y="296864"/>
            <a:ext cx="11306174" cy="799569"/>
          </a:xfrm>
          <a:prstGeom prst="rect">
            <a:avLst/>
          </a:prstGeom>
        </p:spPr>
        <p:txBody>
          <a:bodyPr vert="horz" lIns="0" tIns="0" rIns="0" bIns="0" rtlCol="0" anchor="b">
            <a:normAutofit/>
          </a:bodyPr>
          <a:lstStyle/>
          <a:p>
            <a:r>
              <a:rPr lang="en-US"/>
              <a:t>Title goes here</a:t>
            </a:r>
            <a:endParaRPr lang="en-AU"/>
          </a:p>
        </p:txBody>
      </p:sp>
      <p:sp>
        <p:nvSpPr>
          <p:cNvPr id="40" name="Text Placeholder 2">
            <a:extLst>
              <a:ext uri="{FF2B5EF4-FFF2-40B4-BE49-F238E27FC236}">
                <a16:creationId xmlns:a16="http://schemas.microsoft.com/office/drawing/2014/main" id="{959BD591-69C9-44AC-8166-D93594F9ADFB}"/>
              </a:ext>
            </a:extLst>
          </p:cNvPr>
          <p:cNvSpPr>
            <a:spLocks noGrp="1"/>
          </p:cNvSpPr>
          <p:nvPr>
            <p:ph type="body" idx="1"/>
          </p:nvPr>
        </p:nvSpPr>
        <p:spPr>
          <a:xfrm>
            <a:off x="442912" y="1470212"/>
            <a:ext cx="11306175" cy="4588588"/>
          </a:xfrm>
          <a:prstGeom prst="rect">
            <a:avLst/>
          </a:prstGeom>
        </p:spPr>
        <p:txBody>
          <a:bodyPr vert="horz" lIns="0" tIns="0" rIns="0" bIns="0" rtlCol="0">
            <a:normAutofit/>
          </a:bodyPr>
          <a:lstStyle/>
          <a:p>
            <a:pPr lvl="0" defTabSz="1734634">
              <a:lnSpc>
                <a:spcPct val="90000"/>
              </a:lnSpc>
              <a:spcBef>
                <a:spcPts val="800"/>
              </a:spcBef>
              <a:buFont typeface="Arial" charset="0"/>
            </a:pPr>
            <a:r>
              <a:rPr lang="en-GB"/>
              <a:t>Click to edit Master text styles</a:t>
            </a:r>
          </a:p>
          <a:p>
            <a:pPr lvl="1" defTabSz="1734634">
              <a:lnSpc>
                <a:spcPct val="90000"/>
              </a:lnSpc>
              <a:spcBef>
                <a:spcPts val="800"/>
              </a:spcBef>
              <a:buFont typeface="Arial" charset="0"/>
            </a:pPr>
            <a:r>
              <a:rPr lang="en-GB"/>
              <a:t>Second level</a:t>
            </a:r>
          </a:p>
          <a:p>
            <a:pPr lvl="2" defTabSz="1734634">
              <a:lnSpc>
                <a:spcPct val="90000"/>
              </a:lnSpc>
              <a:spcBef>
                <a:spcPts val="800"/>
              </a:spcBef>
              <a:buFont typeface="Arial" charset="0"/>
            </a:pPr>
            <a:r>
              <a:rPr lang="en-GB"/>
              <a:t>Third level</a:t>
            </a:r>
          </a:p>
          <a:p>
            <a:pPr lvl="3" defTabSz="1734634">
              <a:lnSpc>
                <a:spcPct val="90000"/>
              </a:lnSpc>
              <a:spcBef>
                <a:spcPts val="800"/>
              </a:spcBef>
              <a:buFont typeface="Arial" charset="0"/>
            </a:pPr>
            <a:r>
              <a:rPr lang="en-GB"/>
              <a:t>Fourth level</a:t>
            </a:r>
          </a:p>
          <a:p>
            <a:pPr lvl="4" defTabSz="1734634">
              <a:lnSpc>
                <a:spcPct val="90000"/>
              </a:lnSpc>
              <a:spcBef>
                <a:spcPts val="800"/>
              </a:spcBef>
              <a:buFont typeface="Arial" charset="0"/>
            </a:pPr>
            <a:r>
              <a:rPr lang="en-GB"/>
              <a:t>Fifth level</a:t>
            </a:r>
            <a:endParaRPr lang="en-US"/>
          </a:p>
        </p:txBody>
      </p:sp>
      <p:sp>
        <p:nvSpPr>
          <p:cNvPr id="6" name="Rectangle 5">
            <a:extLst>
              <a:ext uri="{FF2B5EF4-FFF2-40B4-BE49-F238E27FC236}">
                <a16:creationId xmlns:a16="http://schemas.microsoft.com/office/drawing/2014/main" id="{3AA5B933-FE4C-6B0C-A4EC-4EA89EE7B5B2}"/>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F8D801C8-E678-3319-FAE8-DA840B7E92B1}"/>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6F50B0E5-1F05-DB6A-9146-A360D9A158FF}"/>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6D9D6C5A-DC71-E55A-3EA2-E26ECA5D2135}"/>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A3818196-DDC1-1188-0E3C-9A57FAF758C8}"/>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2A182D5B-91CD-0546-CD2F-3350A18741D5}"/>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483F03B5-CCB6-E39C-2242-8BDA129EEE29}"/>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F64FDEFB-54BB-F4AA-407F-BD687A1FCB2E}"/>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
        <p:nvSpPr>
          <p:cNvPr id="14" name="TextBox 13">
            <a:extLst>
              <a:ext uri="{FF2B5EF4-FFF2-40B4-BE49-F238E27FC236}">
                <a16:creationId xmlns:a16="http://schemas.microsoft.com/office/drawing/2014/main" id="{AEDDAC38-10A2-2CF6-1789-0BC60123DB99}"/>
              </a:ext>
            </a:extLst>
          </p:cNvPr>
          <p:cNvSpPr txBox="1"/>
          <p:nvPr>
            <p:extLst>
              <p:ext uri="{1162E1C5-73C7-4A58-AE30-91384D911F3F}">
                <p184:classification xmlns:p184="http://schemas.microsoft.com/office/powerpoint/2018/4/main" val="ftr"/>
              </p:ext>
            </p:extLst>
          </p:nvPr>
        </p:nvSpPr>
        <p:spPr>
          <a:xfrm>
            <a:off x="63500" y="6642100"/>
            <a:ext cx="654050" cy="152400"/>
          </a:xfrm>
          <a:prstGeom prst="rect">
            <a:avLst/>
          </a:prstGeom>
        </p:spPr>
        <p:txBody>
          <a:bodyPr horzOverflow="overflow" lIns="0" tIns="0" rIns="0" bIns="0">
            <a:spAutoFit/>
          </a:bodyPr>
          <a:lstStyle/>
          <a:p>
            <a:pPr algn="l"/>
            <a:r>
              <a:rPr lang="en-AU" sz="1000">
                <a:solidFill>
                  <a:srgbClr val="FF0000">
                    <a:alpha val="50000"/>
                  </a:srgbClr>
                </a:solidFill>
                <a:latin typeface="Calibri" panose="020F0502020204030204" pitchFamily="34" charset="0"/>
                <a:ea typeface="Calibri" panose="020F0502020204030204" pitchFamily="34" charset="0"/>
                <a:cs typeface="Calibri" panose="020F0502020204030204" pitchFamily="34" charset="0"/>
              </a:rPr>
              <a:t>Confidential</a:t>
            </a:r>
          </a:p>
        </p:txBody>
      </p:sp>
      <p:pic>
        <p:nvPicPr>
          <p:cNvPr id="16" name="Picture 15">
            <a:extLst>
              <a:ext uri="{FF2B5EF4-FFF2-40B4-BE49-F238E27FC236}">
                <a16:creationId xmlns:a16="http://schemas.microsoft.com/office/drawing/2014/main" id="{0A7A0895-BD01-1100-D629-A2A231231462}"/>
              </a:ext>
            </a:extLst>
          </p:cNvPr>
          <p:cNvPicPr>
            <a:picLocks noChangeAspect="1"/>
          </p:cNvPicPr>
          <p:nvPr userDrawn="1"/>
        </p:nvPicPr>
        <p:blipFill>
          <a:blip r:embed="rId34" cstate="screen">
            <a:extLst>
              <a:ext uri="{28A0092B-C50C-407E-A947-70E740481C1C}">
                <a14:useLocalDpi xmlns:a14="http://schemas.microsoft.com/office/drawing/2010/main"/>
              </a:ext>
            </a:extLst>
          </a:blip>
          <a:stretch>
            <a:fillRect/>
          </a:stretch>
        </p:blipFill>
        <p:spPr>
          <a:xfrm>
            <a:off x="425170" y="6399458"/>
            <a:ext cx="712996" cy="190800"/>
          </a:xfrm>
          <a:prstGeom prst="rect">
            <a:avLst/>
          </a:prstGeom>
        </p:spPr>
      </p:pic>
    </p:spTree>
    <p:extLst>
      <p:ext uri="{BB962C8B-B14F-4D97-AF65-F5344CB8AC3E}">
        <p14:creationId xmlns:p14="http://schemas.microsoft.com/office/powerpoint/2010/main" val="269354486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Lst>
  <p:hf hdr="0" dt="0"/>
  <p:txStyles>
    <p:titleStyle>
      <a:lvl1pPr marL="0" indent="0" algn="l" defTabSz="914377" rtl="0" eaLnBrk="1" latinLnBrk="0" hangingPunct="1">
        <a:lnSpc>
          <a:spcPct val="90000"/>
        </a:lnSpc>
        <a:spcBef>
          <a:spcPct val="0"/>
        </a:spcBef>
        <a:buNone/>
        <a:defRPr lang="en-US" sz="2200" b="1" i="0" kern="1200" cap="none" spc="0" baseline="0" dirty="0">
          <a:solidFill>
            <a:schemeClr val="tx1"/>
          </a:solidFill>
          <a:latin typeface="Arial" panose="020B0604020202020204" pitchFamily="34" charset="0"/>
          <a:ea typeface="+mj-ea"/>
          <a:cs typeface="+mj-cs"/>
        </a:defRPr>
      </a:lvl1pPr>
    </p:titleStyle>
    <p:bodyStyle>
      <a:lvl1pPr marL="0" indent="0" algn="l" defTabSz="914377" rtl="0" eaLnBrk="1" latinLnBrk="0" hangingPunct="1">
        <a:lnSpc>
          <a:spcPct val="100000"/>
        </a:lnSpc>
        <a:spcBef>
          <a:spcPts val="0"/>
        </a:spcBef>
        <a:spcAft>
          <a:spcPts val="0"/>
        </a:spcAft>
        <a:buFont typeface="Arial" panose="020B0604020202020204" pitchFamily="34" charset="0"/>
        <a:buNone/>
        <a:defRPr lang="en-US" sz="1400" b="1" i="0" kern="1200" cap="none" baseline="0" dirty="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00000"/>
        </a:lnSpc>
        <a:spcBef>
          <a:spcPts val="0"/>
        </a:spcBef>
        <a:spcAft>
          <a:spcPts val="0"/>
        </a:spcAft>
        <a:buFont typeface="Arial" panose="020B0604020202020204" pitchFamily="34" charset="0"/>
        <a:buNone/>
        <a:defRPr lang="en-US" sz="1400" b="0" i="0" kern="1200" cap="none" baseline="0" dirty="0">
          <a:solidFill>
            <a:schemeClr val="tx1"/>
          </a:solidFill>
          <a:latin typeface="Arial" panose="020B0604020202020204" pitchFamily="34" charset="0"/>
          <a:ea typeface="+mn-ea"/>
          <a:cs typeface="Arial" panose="020B0604020202020204" pitchFamily="34" charset="0"/>
        </a:defRPr>
      </a:lvl2pPr>
      <a:lvl3pPr marL="180975" indent="-180975" algn="l" defTabSz="914377" rtl="0" eaLnBrk="1" latinLnBrk="0" hangingPunct="1">
        <a:lnSpc>
          <a:spcPct val="90000"/>
        </a:lnSpc>
        <a:spcBef>
          <a:spcPts val="0"/>
        </a:spcBef>
        <a:spcAft>
          <a:spcPts val="0"/>
        </a:spcAft>
        <a:buFont typeface="Arial" panose="020B0604020202020204" pitchFamily="34" charset="0"/>
        <a:buChar char="•"/>
        <a:defRPr sz="1400" b="0" i="0" kern="1200">
          <a:solidFill>
            <a:schemeClr val="tx1"/>
          </a:solidFill>
          <a:latin typeface="Arial" panose="020B0604020202020204" pitchFamily="34" charset="0"/>
          <a:ea typeface="+mn-ea"/>
          <a:cs typeface="+mn-cs"/>
        </a:defRPr>
      </a:lvl3pPr>
      <a:lvl4pPr marL="361950" indent="-168275" algn="l" defTabSz="914377" rtl="0" eaLnBrk="1" latinLnBrk="0" hangingPunct="1">
        <a:lnSpc>
          <a:spcPct val="90000"/>
        </a:lnSpc>
        <a:spcBef>
          <a:spcPts val="0"/>
        </a:spcBef>
        <a:spcAft>
          <a:spcPts val="0"/>
        </a:spcAft>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542925" indent="-176213" algn="l" defTabSz="914377" rtl="0" eaLnBrk="1" latinLnBrk="0" hangingPunct="1">
        <a:lnSpc>
          <a:spcPct val="90000"/>
        </a:lnSpc>
        <a:spcBef>
          <a:spcPts val="0"/>
        </a:spcBef>
        <a:spcAft>
          <a:spcPts val="0"/>
        </a:spcAft>
        <a:buFont typeface="Arial" panose="020B0604020202020204" pitchFamily="34" charset="0"/>
        <a:buChar char="•"/>
        <a:defRPr sz="1400" b="0" i="0" kern="1200">
          <a:solidFill>
            <a:schemeClr val="tx1"/>
          </a:solidFill>
          <a:latin typeface="Arial" panose="020B0604020202020204" pitchFamily="34" charset="0"/>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7401">
          <p15:clr>
            <a:srgbClr val="F26B43"/>
          </p15:clr>
        </p15:guide>
        <p15:guide id="6" orient="horz" pos="187">
          <p15:clr>
            <a:srgbClr val="F26B43"/>
          </p15:clr>
        </p15:guide>
        <p15:guide id="10" orient="horz" pos="4133">
          <p15:clr>
            <a:srgbClr val="F26B43"/>
          </p15:clr>
        </p15:guide>
        <p15:guide id="26" pos="2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BA8E6FD-3A78-DEBC-0C54-E2CBBBDA13A5}"/>
              </a:ext>
            </a:extLst>
          </p:cNvPr>
          <p:cNvGraphicFramePr>
            <a:graphicFrameLocks noChangeAspect="1"/>
          </p:cNvGraphicFramePr>
          <p:nvPr userDrawn="1">
            <p:custDataLst>
              <p:tags r:id="rId31"/>
            </p:custDataLst>
            <p:extLst>
              <p:ext uri="{D42A27DB-BD31-4B8C-83A1-F6EECF244321}">
                <p14:modId xmlns:p14="http://schemas.microsoft.com/office/powerpoint/2010/main" val="9538799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404" imgH="405" progId="TCLayout.ActiveDocument.1">
                  <p:embed/>
                </p:oleObj>
              </mc:Choice>
              <mc:Fallback>
                <p:oleObj name="think-cell Slide" r:id="rId32" imgW="404" imgH="405" progId="TCLayout.ActiveDocument.1">
                  <p:embed/>
                  <p:pic>
                    <p:nvPicPr>
                      <p:cNvPr id="4" name="think-cell data - do not delete" hidden="1">
                        <a:extLst>
                          <a:ext uri="{FF2B5EF4-FFF2-40B4-BE49-F238E27FC236}">
                            <a16:creationId xmlns:a16="http://schemas.microsoft.com/office/drawing/2014/main" id="{0BA8E6FD-3A78-DEBC-0C54-E2CBBBDA13A5}"/>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24" name="Slide Number Placeholder 4">
            <a:extLst>
              <a:ext uri="{FF2B5EF4-FFF2-40B4-BE49-F238E27FC236}">
                <a16:creationId xmlns:a16="http://schemas.microsoft.com/office/drawing/2014/main" id="{29AA5EFB-CE21-4D87-B670-99E2DC89C34E}"/>
              </a:ext>
            </a:extLst>
          </p:cNvPr>
          <p:cNvSpPr>
            <a:spLocks noGrp="1"/>
          </p:cNvSpPr>
          <p:nvPr>
            <p:ph type="sldNum" sz="quarter" idx="4"/>
          </p:nvPr>
        </p:nvSpPr>
        <p:spPr>
          <a:xfrm>
            <a:off x="11533088" y="6449910"/>
            <a:ext cx="216000" cy="140400"/>
          </a:xfrm>
          <a:prstGeom prst="rect">
            <a:avLst/>
          </a:prstGeom>
        </p:spPr>
        <p:txBody>
          <a:bodyPr vert="horz" lIns="0" tIns="0" rIns="0" bIns="0" rtlCol="0" anchor="ctr"/>
          <a:lstStyle>
            <a:lvl1pPr algn="r">
              <a:defRPr sz="1000" b="1" i="0">
                <a:solidFill>
                  <a:schemeClr val="tx1">
                    <a:alpha val="70000"/>
                  </a:schemeClr>
                </a:solidFill>
                <a:latin typeface="Arial" panose="020B0604020202020204" pitchFamily="34" charset="0"/>
                <a:cs typeface="Arial" panose="020B0604020202020204" pitchFamily="34" charset="0"/>
              </a:defRPr>
            </a:lvl1pPr>
          </a:lstStyle>
          <a:p>
            <a:fld id="{EF2F7A32-C1EA-4F7E-B0A2-7FCB5BFE90DE}" type="slidenum">
              <a:rPr lang="en-AU" smtClean="0"/>
              <a:pPr/>
              <a:t>‹#›</a:t>
            </a:fld>
            <a:endParaRPr lang="en-AU"/>
          </a:p>
        </p:txBody>
      </p:sp>
      <p:sp>
        <p:nvSpPr>
          <p:cNvPr id="38" name="Title Placeholder 1">
            <a:extLst>
              <a:ext uri="{FF2B5EF4-FFF2-40B4-BE49-F238E27FC236}">
                <a16:creationId xmlns:a16="http://schemas.microsoft.com/office/drawing/2014/main" id="{938F8B1D-BA77-4A97-BCA9-4BC112261F7A}"/>
              </a:ext>
            </a:extLst>
          </p:cNvPr>
          <p:cNvSpPr>
            <a:spLocks noGrp="1"/>
          </p:cNvSpPr>
          <p:nvPr>
            <p:ph type="title"/>
          </p:nvPr>
        </p:nvSpPr>
        <p:spPr>
          <a:xfrm>
            <a:off x="442914" y="296864"/>
            <a:ext cx="11306174" cy="799569"/>
          </a:xfrm>
          <a:prstGeom prst="rect">
            <a:avLst/>
          </a:prstGeom>
        </p:spPr>
        <p:txBody>
          <a:bodyPr vert="horz" lIns="0" tIns="0" rIns="0" bIns="0" rtlCol="0" anchor="b">
            <a:normAutofit/>
          </a:bodyPr>
          <a:lstStyle/>
          <a:p>
            <a:r>
              <a:rPr lang="en-US"/>
              <a:t>Title goes here</a:t>
            </a:r>
            <a:endParaRPr lang="en-AU"/>
          </a:p>
        </p:txBody>
      </p:sp>
      <p:sp>
        <p:nvSpPr>
          <p:cNvPr id="40" name="Text Placeholder 2">
            <a:extLst>
              <a:ext uri="{FF2B5EF4-FFF2-40B4-BE49-F238E27FC236}">
                <a16:creationId xmlns:a16="http://schemas.microsoft.com/office/drawing/2014/main" id="{959BD591-69C9-44AC-8166-D93594F9ADFB}"/>
              </a:ext>
            </a:extLst>
          </p:cNvPr>
          <p:cNvSpPr>
            <a:spLocks noGrp="1"/>
          </p:cNvSpPr>
          <p:nvPr>
            <p:ph type="body" idx="1"/>
          </p:nvPr>
        </p:nvSpPr>
        <p:spPr>
          <a:xfrm>
            <a:off x="442912" y="1470212"/>
            <a:ext cx="11306175" cy="4588588"/>
          </a:xfrm>
          <a:prstGeom prst="rect">
            <a:avLst/>
          </a:prstGeom>
        </p:spPr>
        <p:txBody>
          <a:bodyPr vert="horz" lIns="0" tIns="0" rIns="0" bIns="0" rtlCol="0">
            <a:normAutofit/>
          </a:bodyPr>
          <a:lstStyle/>
          <a:p>
            <a:pPr lvl="0" defTabSz="1734634">
              <a:lnSpc>
                <a:spcPct val="90000"/>
              </a:lnSpc>
              <a:spcBef>
                <a:spcPts val="800"/>
              </a:spcBef>
              <a:buFont typeface="Arial" charset="0"/>
            </a:pPr>
            <a:r>
              <a:rPr lang="en-GB"/>
              <a:t>Click to edit Master text styles</a:t>
            </a:r>
          </a:p>
          <a:p>
            <a:pPr lvl="1" defTabSz="1734634">
              <a:lnSpc>
                <a:spcPct val="90000"/>
              </a:lnSpc>
              <a:spcBef>
                <a:spcPts val="800"/>
              </a:spcBef>
              <a:buFont typeface="Arial" charset="0"/>
            </a:pPr>
            <a:r>
              <a:rPr lang="en-GB"/>
              <a:t>Second level</a:t>
            </a:r>
          </a:p>
          <a:p>
            <a:pPr lvl="2" defTabSz="1734634">
              <a:lnSpc>
                <a:spcPct val="90000"/>
              </a:lnSpc>
              <a:spcBef>
                <a:spcPts val="800"/>
              </a:spcBef>
              <a:buFont typeface="Arial" charset="0"/>
            </a:pPr>
            <a:r>
              <a:rPr lang="en-GB"/>
              <a:t>Third level</a:t>
            </a:r>
          </a:p>
          <a:p>
            <a:pPr lvl="3" defTabSz="1734634">
              <a:lnSpc>
                <a:spcPct val="90000"/>
              </a:lnSpc>
              <a:spcBef>
                <a:spcPts val="800"/>
              </a:spcBef>
              <a:buFont typeface="Arial" charset="0"/>
            </a:pPr>
            <a:r>
              <a:rPr lang="en-GB"/>
              <a:t>Fourth level</a:t>
            </a:r>
          </a:p>
          <a:p>
            <a:pPr lvl="4" defTabSz="1734634">
              <a:lnSpc>
                <a:spcPct val="90000"/>
              </a:lnSpc>
              <a:spcBef>
                <a:spcPts val="800"/>
              </a:spcBef>
              <a:buFont typeface="Arial" charset="0"/>
            </a:pPr>
            <a:r>
              <a:rPr lang="en-GB"/>
              <a:t>Fifth level</a:t>
            </a:r>
            <a:endParaRPr lang="en-US"/>
          </a:p>
        </p:txBody>
      </p:sp>
      <p:sp>
        <p:nvSpPr>
          <p:cNvPr id="6" name="Rectangle 5">
            <a:extLst>
              <a:ext uri="{FF2B5EF4-FFF2-40B4-BE49-F238E27FC236}">
                <a16:creationId xmlns:a16="http://schemas.microsoft.com/office/drawing/2014/main" id="{3AA5B933-FE4C-6B0C-A4EC-4EA89EE7B5B2}"/>
              </a:ext>
            </a:extLst>
          </p:cNvPr>
          <p:cNvSpPr/>
          <p:nvPr userDrawn="1"/>
        </p:nvSpPr>
        <p:spPr>
          <a:xfrm>
            <a:off x="-887623" y="1217744"/>
            <a:ext cx="385482" cy="403412"/>
          </a:xfrm>
          <a:prstGeom prst="rect">
            <a:avLst/>
          </a:prstGeom>
          <a:solidFill>
            <a:schemeClr val="accent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7" name="Rectangle 6">
            <a:extLst>
              <a:ext uri="{FF2B5EF4-FFF2-40B4-BE49-F238E27FC236}">
                <a16:creationId xmlns:a16="http://schemas.microsoft.com/office/drawing/2014/main" id="{F8D801C8-E678-3319-FAE8-DA840B7E92B1}"/>
              </a:ext>
            </a:extLst>
          </p:cNvPr>
          <p:cNvSpPr/>
          <p:nvPr userDrawn="1"/>
        </p:nvSpPr>
        <p:spPr>
          <a:xfrm>
            <a:off x="-887623" y="1972162"/>
            <a:ext cx="385482" cy="403412"/>
          </a:xfrm>
          <a:prstGeom prst="rect">
            <a:avLst/>
          </a:prstGeom>
          <a:solidFill>
            <a:srgbClr val="651165"/>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8" name="Rectangle 7">
            <a:extLst>
              <a:ext uri="{FF2B5EF4-FFF2-40B4-BE49-F238E27FC236}">
                <a16:creationId xmlns:a16="http://schemas.microsoft.com/office/drawing/2014/main" id="{6F50B0E5-1F05-DB6A-9146-A360D9A158FF}"/>
              </a:ext>
            </a:extLst>
          </p:cNvPr>
          <p:cNvSpPr/>
          <p:nvPr userDrawn="1"/>
        </p:nvSpPr>
        <p:spPr>
          <a:xfrm>
            <a:off x="-887623" y="2726580"/>
            <a:ext cx="385482" cy="403412"/>
          </a:xfrm>
          <a:prstGeom prst="rect">
            <a:avLst/>
          </a:prstGeom>
          <a:solidFill>
            <a:srgbClr val="E50000"/>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9" name="Rectangle 8">
            <a:extLst>
              <a:ext uri="{FF2B5EF4-FFF2-40B4-BE49-F238E27FC236}">
                <a16:creationId xmlns:a16="http://schemas.microsoft.com/office/drawing/2014/main" id="{6D9D6C5A-DC71-E55A-3EA2-E26ECA5D2135}"/>
              </a:ext>
            </a:extLst>
          </p:cNvPr>
          <p:cNvSpPr/>
          <p:nvPr userDrawn="1"/>
        </p:nvSpPr>
        <p:spPr>
          <a:xfrm>
            <a:off x="-887623" y="3480998"/>
            <a:ext cx="385482" cy="403412"/>
          </a:xfrm>
          <a:prstGeom prst="rect">
            <a:avLst/>
          </a:prstGeom>
          <a:solidFill>
            <a:srgbClr val="656476"/>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0" name="Rectangle 9">
            <a:extLst>
              <a:ext uri="{FF2B5EF4-FFF2-40B4-BE49-F238E27FC236}">
                <a16:creationId xmlns:a16="http://schemas.microsoft.com/office/drawing/2014/main" id="{A3818196-DDC1-1188-0E3C-9A57FAF758C8}"/>
              </a:ext>
            </a:extLst>
          </p:cNvPr>
          <p:cNvSpPr/>
          <p:nvPr userDrawn="1"/>
        </p:nvSpPr>
        <p:spPr>
          <a:xfrm>
            <a:off x="-887623" y="4235416"/>
            <a:ext cx="385482" cy="403412"/>
          </a:xfrm>
          <a:prstGeom prst="rect">
            <a:avLst/>
          </a:prstGeom>
          <a:solidFill>
            <a:schemeClr val="bg2"/>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1" name="Rectangle 10">
            <a:extLst>
              <a:ext uri="{FF2B5EF4-FFF2-40B4-BE49-F238E27FC236}">
                <a16:creationId xmlns:a16="http://schemas.microsoft.com/office/drawing/2014/main" id="{2A182D5B-91CD-0546-CD2F-3350A18741D5}"/>
              </a:ext>
            </a:extLst>
          </p:cNvPr>
          <p:cNvSpPr/>
          <p:nvPr userDrawn="1"/>
        </p:nvSpPr>
        <p:spPr>
          <a:xfrm>
            <a:off x="-887623" y="4989834"/>
            <a:ext cx="385482" cy="403412"/>
          </a:xfrm>
          <a:prstGeom prst="rect">
            <a:avLst/>
          </a:prstGeom>
          <a:solidFill>
            <a:schemeClr val="tx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2" name="Rectangle 11">
            <a:extLst>
              <a:ext uri="{FF2B5EF4-FFF2-40B4-BE49-F238E27FC236}">
                <a16:creationId xmlns:a16="http://schemas.microsoft.com/office/drawing/2014/main" id="{483F03B5-CCB6-E39C-2242-8BDA129EEE29}"/>
              </a:ext>
            </a:extLst>
          </p:cNvPr>
          <p:cNvSpPr/>
          <p:nvPr userDrawn="1"/>
        </p:nvSpPr>
        <p:spPr>
          <a:xfrm>
            <a:off x="-887623" y="5744250"/>
            <a:ext cx="385482" cy="403412"/>
          </a:xfrm>
          <a:prstGeom prst="rect">
            <a:avLst/>
          </a:prstGeom>
          <a:solidFill>
            <a:schemeClr val="bg1"/>
          </a:solidFill>
        </p:spPr>
        <p:txBody>
          <a:bodyPr lIns="0" tIns="0" rIns="0" bIns="0" rtlCol="0" anchor="ctr">
            <a:spAutoFit/>
          </a:bodyPr>
          <a:lstStyle/>
          <a:p>
            <a:pPr algn="ctr"/>
            <a:endParaRPr lang="en-AU" sz="900">
              <a:latin typeface="Graphik Regular" charset="0"/>
              <a:ea typeface="Graphik Regular" charset="0"/>
              <a:cs typeface="Graphik Regular" charset="0"/>
            </a:endParaRPr>
          </a:p>
        </p:txBody>
      </p:sp>
      <p:sp>
        <p:nvSpPr>
          <p:cNvPr id="13" name="TextBox 12">
            <a:extLst>
              <a:ext uri="{FF2B5EF4-FFF2-40B4-BE49-F238E27FC236}">
                <a16:creationId xmlns:a16="http://schemas.microsoft.com/office/drawing/2014/main" id="{F64FDEFB-54BB-F4AA-407F-BD687A1FCB2E}"/>
              </a:ext>
            </a:extLst>
          </p:cNvPr>
          <p:cNvSpPr txBox="1"/>
          <p:nvPr userDrawn="1"/>
        </p:nvSpPr>
        <p:spPr>
          <a:xfrm>
            <a:off x="-887623" y="388648"/>
            <a:ext cx="823827" cy="553998"/>
          </a:xfrm>
          <a:prstGeom prst="rect">
            <a:avLst/>
          </a:prstGeom>
          <a:noFill/>
        </p:spPr>
        <p:txBody>
          <a:bodyPr wrap="square" lIns="0" tIns="0" rIns="0" bIns="0" rtlCol="0">
            <a:spAutoFit/>
          </a:bodyPr>
          <a:lstStyle/>
          <a:p>
            <a:pPr marL="0" indent="0">
              <a:buFont typeface="Arial" panose="020B0604020202020204" pitchFamily="34" charset="0"/>
              <a:buNone/>
            </a:pPr>
            <a:r>
              <a:rPr lang="en-AU" sz="1200" b="1">
                <a:solidFill>
                  <a:schemeClr val="bg1"/>
                </a:solidFill>
                <a:latin typeface="Arial" panose="020B0604020202020204" pitchFamily="34" charset="0"/>
                <a:cs typeface="Arial" panose="020B0604020202020204" pitchFamily="34" charset="0"/>
              </a:rPr>
              <a:t>Approved colour palette:</a:t>
            </a:r>
          </a:p>
        </p:txBody>
      </p:sp>
    </p:spTree>
    <p:extLst>
      <p:ext uri="{BB962C8B-B14F-4D97-AF65-F5344CB8AC3E}">
        <p14:creationId xmlns:p14="http://schemas.microsoft.com/office/powerpoint/2010/main" val="3655075550"/>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 id="2147483751" r:id="rId29"/>
  </p:sldLayoutIdLst>
  <p:hf hdr="0" dt="0"/>
  <p:txStyles>
    <p:titleStyle>
      <a:lvl1pPr marL="0" indent="0" algn="l" defTabSz="914377" rtl="0" eaLnBrk="1" latinLnBrk="0" hangingPunct="1">
        <a:lnSpc>
          <a:spcPct val="90000"/>
        </a:lnSpc>
        <a:spcBef>
          <a:spcPct val="0"/>
        </a:spcBef>
        <a:buNone/>
        <a:defRPr lang="en-US" sz="2200" b="1" i="0" kern="1200" cap="none" spc="0" baseline="0" dirty="0">
          <a:solidFill>
            <a:schemeClr val="tx1"/>
          </a:solidFill>
          <a:latin typeface="Arial" panose="020B0604020202020204" pitchFamily="34" charset="0"/>
          <a:ea typeface="+mj-ea"/>
          <a:cs typeface="+mj-cs"/>
        </a:defRPr>
      </a:lvl1pPr>
    </p:titleStyle>
    <p:bodyStyle>
      <a:lvl1pPr marL="0" indent="0" algn="l" defTabSz="914377" rtl="0" eaLnBrk="1" latinLnBrk="0" hangingPunct="1">
        <a:lnSpc>
          <a:spcPct val="100000"/>
        </a:lnSpc>
        <a:spcBef>
          <a:spcPts val="0"/>
        </a:spcBef>
        <a:spcAft>
          <a:spcPts val="0"/>
        </a:spcAft>
        <a:buFont typeface="Arial" panose="020B0604020202020204" pitchFamily="34" charset="0"/>
        <a:buNone/>
        <a:defRPr lang="en-US" sz="1400" b="1" i="0" kern="1200" cap="none" baseline="0" dirty="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00000"/>
        </a:lnSpc>
        <a:spcBef>
          <a:spcPts val="0"/>
        </a:spcBef>
        <a:spcAft>
          <a:spcPts val="0"/>
        </a:spcAft>
        <a:buFont typeface="Arial" panose="020B0604020202020204" pitchFamily="34" charset="0"/>
        <a:buNone/>
        <a:defRPr lang="en-US" sz="1400" b="0" i="0" kern="1200" cap="none" baseline="0" dirty="0">
          <a:solidFill>
            <a:schemeClr val="tx1"/>
          </a:solidFill>
          <a:latin typeface="Arial" panose="020B0604020202020204" pitchFamily="34" charset="0"/>
          <a:ea typeface="+mn-ea"/>
          <a:cs typeface="Arial" panose="020B0604020202020204" pitchFamily="34" charset="0"/>
        </a:defRPr>
      </a:lvl2pPr>
      <a:lvl3pPr marL="180975" indent="-180975" algn="l" defTabSz="914377" rtl="0" eaLnBrk="1" latinLnBrk="0" hangingPunct="1">
        <a:lnSpc>
          <a:spcPct val="90000"/>
        </a:lnSpc>
        <a:spcBef>
          <a:spcPts val="0"/>
        </a:spcBef>
        <a:spcAft>
          <a:spcPts val="0"/>
        </a:spcAft>
        <a:buFont typeface="Arial" panose="020B0604020202020204" pitchFamily="34" charset="0"/>
        <a:buChar char="•"/>
        <a:defRPr sz="1400" b="0" i="0" kern="1200">
          <a:solidFill>
            <a:schemeClr val="tx1"/>
          </a:solidFill>
          <a:latin typeface="Arial" panose="020B0604020202020204" pitchFamily="34" charset="0"/>
          <a:ea typeface="+mn-ea"/>
          <a:cs typeface="+mn-cs"/>
        </a:defRPr>
      </a:lvl3pPr>
      <a:lvl4pPr marL="361950" indent="-168275" algn="l" defTabSz="914377" rtl="0" eaLnBrk="1" latinLnBrk="0" hangingPunct="1">
        <a:lnSpc>
          <a:spcPct val="90000"/>
        </a:lnSpc>
        <a:spcBef>
          <a:spcPts val="0"/>
        </a:spcBef>
        <a:spcAft>
          <a:spcPts val="0"/>
        </a:spcAft>
        <a:buFont typeface="Arial" panose="020B0604020202020204" pitchFamily="34" charset="0"/>
        <a:buChar char="–"/>
        <a:defRPr sz="1400" b="0" i="0" kern="1200">
          <a:solidFill>
            <a:schemeClr val="tx1"/>
          </a:solidFill>
          <a:latin typeface="Arial" panose="020B0604020202020204" pitchFamily="34" charset="0"/>
          <a:ea typeface="+mn-ea"/>
          <a:cs typeface="+mn-cs"/>
        </a:defRPr>
      </a:lvl4pPr>
      <a:lvl5pPr marL="542925" indent="-176213" algn="l" defTabSz="914377" rtl="0" eaLnBrk="1" latinLnBrk="0" hangingPunct="1">
        <a:lnSpc>
          <a:spcPct val="90000"/>
        </a:lnSpc>
        <a:spcBef>
          <a:spcPts val="0"/>
        </a:spcBef>
        <a:spcAft>
          <a:spcPts val="0"/>
        </a:spcAft>
        <a:buFont typeface="Arial" panose="020B0604020202020204" pitchFamily="34" charset="0"/>
        <a:buChar char="•"/>
        <a:defRPr sz="1400" b="0" i="0" kern="1200">
          <a:solidFill>
            <a:schemeClr val="tx1"/>
          </a:solidFill>
          <a:latin typeface="Arial" panose="020B0604020202020204" pitchFamily="34" charset="0"/>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7401">
          <p15:clr>
            <a:srgbClr val="F26B43"/>
          </p15:clr>
        </p15:guide>
        <p15:guide id="6" orient="horz" pos="187">
          <p15:clr>
            <a:srgbClr val="F26B43"/>
          </p15:clr>
        </p15:guide>
        <p15:guide id="10" orient="horz" pos="4133">
          <p15:clr>
            <a:srgbClr val="F26B43"/>
          </p15:clr>
        </p15:guide>
        <p15:guide id="26" pos="27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hyperlink" Target="https://www.vodafone.com.au/support/home-internet/nbn-troubleshooting" TargetMode="External"/><Relationship Id="rId7" Type="http://schemas.openxmlformats.org/officeDocument/2006/relationships/hyperlink" Target="https://www.vodafone.com.au/support/home-internet/nbn-speed-guide" TargetMode="External"/><Relationship Id="rId12"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1.xml"/><Relationship Id="rId6" Type="http://schemas.openxmlformats.org/officeDocument/2006/relationships/hyperlink" Target="http://www.vodafone.com.au/support/home-internet" TargetMode="External"/><Relationship Id="rId11" Type="http://schemas.openxmlformats.org/officeDocument/2006/relationships/diagramColors" Target="../diagrams/colors1.xml"/><Relationship Id="rId5" Type="http://schemas.openxmlformats.org/officeDocument/2006/relationships/hyperlink" Target="https://www.vodafone.com.au/support/home-internet/change-address" TargetMode="External"/><Relationship Id="rId10" Type="http://schemas.openxmlformats.org/officeDocument/2006/relationships/diagramQuickStyle" Target="../diagrams/quickStyle1.xml"/><Relationship Id="rId4" Type="http://schemas.openxmlformats.org/officeDocument/2006/relationships/hyperlink" Target="https://www.vodafone.com.au/support/home-internet/nbn-modems" TargetMode="External"/><Relationship Id="rId9"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31.xml"/><Relationship Id="rId5" Type="http://schemas.openxmlformats.org/officeDocument/2006/relationships/image" Target="../media/image22.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8" Type="http://schemas.openxmlformats.org/officeDocument/2006/relationships/hyperlink" Target="https://www.vodafone.com.au/support/home-internet/nbn-offline?tabs=nbn" TargetMode="External"/><Relationship Id="rId3" Type="http://schemas.openxmlformats.org/officeDocument/2006/relationships/hyperlink" Target="https://www.vodafone.com.au/support/home-internet/nbn-modems" TargetMode="External"/><Relationship Id="rId7" Type="http://schemas.openxmlformats.org/officeDocument/2006/relationships/hyperlink" Target="https://www.vodafone.com.au/support/nbn/fibre-upgrade" TargetMode="External"/><Relationship Id="rId2" Type="http://schemas.openxmlformats.org/officeDocument/2006/relationships/hyperlink" Target="https://support.tpg.com.au/troubleshoot-no-connection-your-nbn-fttc" TargetMode="External"/><Relationship Id="rId1" Type="http://schemas.openxmlformats.org/officeDocument/2006/relationships/slideLayout" Target="../slideLayouts/slideLayout31.xml"/><Relationship Id="rId6" Type="http://schemas.openxmlformats.org/officeDocument/2006/relationships/hyperlink" Target="https://www.vodafone.com.au/support/home-internet/nbn-speed-guide" TargetMode="External"/><Relationship Id="rId5" Type="http://schemas.openxmlformats.org/officeDocument/2006/relationships/hyperlink" Target="https://www.vodafone.com.au/support/home-internet/nbn-troubleshooting" TargetMode="External"/><Relationship Id="rId10" Type="http://schemas.openxmlformats.org/officeDocument/2006/relationships/hyperlink" Target="http://www.vodafone.com.au/support/home-internet" TargetMode="External"/><Relationship Id="rId4" Type="http://schemas.openxmlformats.org/officeDocument/2006/relationships/hyperlink" Target="https://www.vodafone.com.au/support/home-internet/nbn-compatible-modem" TargetMode="External"/><Relationship Id="rId9" Type="http://schemas.openxmlformats.org/officeDocument/2006/relationships/hyperlink" Target="https://www.vodafone.com.au/support/home-internet/nbn-connection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31.xml"/><Relationship Id="rId5" Type="http://schemas.openxmlformats.org/officeDocument/2006/relationships/image" Target="../media/image26.jpe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393F3-BA49-7ABE-4D7D-3C2C5385B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47CF0-AFA9-3595-8BB5-09BDBEC856F0}"/>
              </a:ext>
            </a:extLst>
          </p:cNvPr>
          <p:cNvSpPr>
            <a:spLocks noGrp="1"/>
          </p:cNvSpPr>
          <p:nvPr>
            <p:ph type="title"/>
          </p:nvPr>
        </p:nvSpPr>
        <p:spPr/>
        <p:txBody>
          <a:bodyPr/>
          <a:lstStyle/>
          <a:p>
            <a:r>
              <a:rPr lang="en-US"/>
              <a:t>Online support – VF – Fixed NBN</a:t>
            </a:r>
            <a:endParaRPr lang="en-AU"/>
          </a:p>
        </p:txBody>
      </p:sp>
      <p:graphicFrame>
        <p:nvGraphicFramePr>
          <p:cNvPr id="20" name="Table 19">
            <a:extLst>
              <a:ext uri="{FF2B5EF4-FFF2-40B4-BE49-F238E27FC236}">
                <a16:creationId xmlns:a16="http://schemas.microsoft.com/office/drawing/2014/main" id="{7DE8CE1D-D4D4-FB36-ADA2-A8538AE0FC44}"/>
              </a:ext>
            </a:extLst>
          </p:cNvPr>
          <p:cNvGraphicFramePr>
            <a:graphicFrameLocks noGrp="1"/>
          </p:cNvGraphicFramePr>
          <p:nvPr>
            <p:extLst>
              <p:ext uri="{D42A27DB-BD31-4B8C-83A1-F6EECF244321}">
                <p14:modId xmlns:p14="http://schemas.microsoft.com/office/powerpoint/2010/main" val="2392252142"/>
              </p:ext>
            </p:extLst>
          </p:nvPr>
        </p:nvGraphicFramePr>
        <p:xfrm>
          <a:off x="584947" y="779939"/>
          <a:ext cx="10942450" cy="5486400"/>
        </p:xfrm>
        <a:graphic>
          <a:graphicData uri="http://schemas.openxmlformats.org/drawingml/2006/table">
            <a:tbl>
              <a:tblPr>
                <a:tableStyleId>{073A0DAA-6AF3-43AB-8588-CEC1D06C72B9}</a:tableStyleId>
              </a:tblPr>
              <a:tblGrid>
                <a:gridCol w="5400208">
                  <a:extLst>
                    <a:ext uri="{9D8B030D-6E8A-4147-A177-3AD203B41FA5}">
                      <a16:colId xmlns:a16="http://schemas.microsoft.com/office/drawing/2014/main" val="817337511"/>
                    </a:ext>
                  </a:extLst>
                </a:gridCol>
                <a:gridCol w="2771121">
                  <a:extLst>
                    <a:ext uri="{9D8B030D-6E8A-4147-A177-3AD203B41FA5}">
                      <a16:colId xmlns:a16="http://schemas.microsoft.com/office/drawing/2014/main" val="413866241"/>
                    </a:ext>
                  </a:extLst>
                </a:gridCol>
                <a:gridCol w="2771121">
                  <a:extLst>
                    <a:ext uri="{9D8B030D-6E8A-4147-A177-3AD203B41FA5}">
                      <a16:colId xmlns:a16="http://schemas.microsoft.com/office/drawing/2014/main" val="1272010055"/>
                    </a:ext>
                  </a:extLst>
                </a:gridCol>
              </a:tblGrid>
              <a:tr h="2521305">
                <a:tc>
                  <a:txBody>
                    <a:bodyPr/>
                    <a:lstStyle/>
                    <a:p>
                      <a:r>
                        <a:rPr lang="en-US" sz="1200" b="1" dirty="0">
                          <a:latin typeface="Arial"/>
                          <a:cs typeface="Arial"/>
                        </a:rPr>
                        <a:t>Background</a:t>
                      </a:r>
                    </a:p>
                    <a:p>
                      <a:pPr marL="171450" indent="-171450">
                        <a:buFont typeface="Arial" panose="020B0604020202020204" pitchFamily="34" charset="0"/>
                        <a:buChar char="•"/>
                      </a:pPr>
                      <a:r>
                        <a:rPr lang="en-US" sz="1200" b="0" dirty="0">
                          <a:latin typeface="Arial"/>
                          <a:cs typeface="Arial"/>
                        </a:rPr>
                        <a:t>As part of the current Fixed Rapid Action working group, we’ve identified an opportunity to improve the top online support articles for NBN, to improve CX, reduce the need to contact and therefore potential subsequent churn.</a:t>
                      </a:r>
                    </a:p>
                    <a:p>
                      <a:pPr marL="171450" lvl="0" indent="-171450">
                        <a:buFont typeface="Arial" panose="020B0604020202020204" pitchFamily="34" charset="0"/>
                        <a:buChar char="•"/>
                      </a:pPr>
                      <a:endParaRPr lang="en-US" sz="1200" b="0" dirty="0">
                        <a:latin typeface="Arial"/>
                        <a:cs typeface="Arial"/>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200" b="0" dirty="0">
                          <a:latin typeface="Arial"/>
                          <a:cs typeface="Arial"/>
                        </a:rPr>
                        <a:t>Cross-functional service blueprinting is underway for VF NBN activation journeys.  This is an opportunity to review online support content in context of the wider journey like SMS/emails/collateral that direct customers to online support and ensure messaging accuracy and consistency.</a:t>
                      </a:r>
                    </a:p>
                    <a:p>
                      <a:pPr marL="171450" marR="0" lvl="0" indent="-171450" algn="l">
                        <a:lnSpc>
                          <a:spcPct val="100000"/>
                        </a:lnSpc>
                        <a:spcBef>
                          <a:spcPts val="0"/>
                        </a:spcBef>
                        <a:spcAft>
                          <a:spcPts val="0"/>
                        </a:spcAft>
                        <a:buClrTx/>
                        <a:buSzTx/>
                        <a:buFont typeface="Arial" panose="020B0604020202020204" pitchFamily="34" charset="0"/>
                        <a:buChar char="•"/>
                      </a:pPr>
                      <a:endParaRPr lang="en-US" sz="1200" b="0" dirty="0">
                        <a:latin typeface="Arial"/>
                        <a:cs typeface="Arial"/>
                      </a:endParaRPr>
                    </a:p>
                    <a:p>
                      <a:pPr marL="171450" indent="-171450">
                        <a:buFont typeface="Arial" panose="020B0604020202020204" pitchFamily="34" charset="0"/>
                        <a:buChar char="•"/>
                      </a:pPr>
                      <a:r>
                        <a:rPr lang="en-US" sz="1200" b="0" dirty="0">
                          <a:latin typeface="Arial"/>
                          <a:cs typeface="Arial"/>
                        </a:rPr>
                        <a:t>There are currently differences in online support content between brands examples next page) and ideally the copy and presentation should be optimised for common products and service needs across brands.</a:t>
                      </a:r>
                    </a:p>
                    <a:p>
                      <a:pPr marL="171450" lvl="0" indent="-171450">
                        <a:buFont typeface="Arial" panose="020B0604020202020204" pitchFamily="34" charset="0"/>
                        <a:buChar char="•"/>
                      </a:pPr>
                      <a:endParaRPr lang="en-US" sz="1200" b="0" dirty="0">
                        <a:latin typeface="Arial"/>
                        <a:cs typeface="Arial"/>
                      </a:endParaRPr>
                    </a:p>
                    <a:p>
                      <a:pPr marL="171450" indent="-171450">
                        <a:buFont typeface="Arial" panose="020B0604020202020204" pitchFamily="34" charset="0"/>
                        <a:buChar char="•"/>
                      </a:pPr>
                      <a:r>
                        <a:rPr lang="en-US" sz="1200" b="0" dirty="0">
                          <a:latin typeface="Arial"/>
                          <a:cs typeface="Arial"/>
                        </a:rPr>
                        <a:t>Incremental improvements for VF brand can be reused for DFA when migrating to AEM.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2">
                  <a:txBody>
                    <a:bodyPr/>
                    <a:lstStyle/>
                    <a:p>
                      <a:r>
                        <a:rPr lang="en-US" sz="1200" b="1" dirty="0">
                          <a:latin typeface="Arial"/>
                          <a:cs typeface="Arial"/>
                        </a:rPr>
                        <a:t>Problem statement</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dirty="0">
                          <a:latin typeface="Arial"/>
                          <a:cs typeface="Arial"/>
                        </a:rPr>
                        <a:t>Current state challenges with VF NBN online support content includes:</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Arial"/>
                          <a:cs typeface="Arial"/>
                        </a:rPr>
                        <a:t>Too much content on single page</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Arial"/>
                          <a:cs typeface="Arial"/>
                        </a:rPr>
                        <a:t>Heavy use of acronyms or internal language that doesn’t match what the customer sees.  E.g. Vodafone Wifi Hub 3 vs. Netcomm</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Arial"/>
                          <a:cs typeface="Arial"/>
                        </a:rPr>
                        <a:t>Inconsistent use of photos to help customers identify their modem type and follow instructions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a:latin typeface="Arial" panose="020B0604020202020204" pitchFamily="34" charset="0"/>
                        <a:cs typeface="Arial" panose="020B0604020202020204" pitchFamily="34" charset="0"/>
                      </a:endParaRP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0" i="1" dirty="0">
                          <a:latin typeface="Arial"/>
                          <a:cs typeface="Arial"/>
                        </a:rPr>
                        <a:t>Top volume NBN support content pages:</a:t>
                      </a:r>
                    </a:p>
                    <a:p>
                      <a:pPr marL="228600" marR="0" lvl="0" indent="-228600" algn="l" defTabSz="914377" rtl="0" eaLnBrk="1" fontAlgn="auto" latinLnBrk="0" hangingPunct="1">
                        <a:lnSpc>
                          <a:spcPct val="100000"/>
                        </a:lnSpc>
                        <a:spcBef>
                          <a:spcPts val="0"/>
                        </a:spcBef>
                        <a:spcAft>
                          <a:spcPts val="0"/>
                        </a:spcAft>
                        <a:buClrTx/>
                        <a:buSzTx/>
                        <a:buFont typeface="+mj-lt"/>
                        <a:buAutoNum type="arabicPeriod"/>
                        <a:tabLst/>
                        <a:defRPr/>
                      </a:pPr>
                      <a:endParaRPr lang="en-US" sz="1000" b="0" dirty="0">
                        <a:latin typeface="Arial"/>
                        <a:cs typeface="Arial"/>
                      </a:endParaRPr>
                    </a:p>
                    <a:p>
                      <a:pPr marL="228600" marR="0" lvl="0" indent="-228600" algn="l" defTabSz="914377" rtl="0" eaLnBrk="1" fontAlgn="auto" latinLnBrk="0" hangingPunct="1">
                        <a:lnSpc>
                          <a:spcPct val="100000"/>
                        </a:lnSpc>
                        <a:spcBef>
                          <a:spcPts val="0"/>
                        </a:spcBef>
                        <a:spcAft>
                          <a:spcPts val="0"/>
                        </a:spcAft>
                        <a:buClrTx/>
                        <a:buSzTx/>
                        <a:buAutoNum type="arabicPeriod"/>
                        <a:tabLst/>
                        <a:defRPr/>
                      </a:pPr>
                      <a:r>
                        <a:rPr lang="en-US" sz="1100" b="0" i="0" u="none" strike="noStrike" noProof="0" dirty="0">
                          <a:solidFill>
                            <a:schemeClr val="tx1"/>
                          </a:solidFill>
                          <a:latin typeface="Arial"/>
                          <a:cs typeface="Arial"/>
                          <a:hlinkClick r:id="rId3">
                            <a:extLst>
                              <a:ext uri="{A12FA001-AC4F-418D-AE19-62706E023703}">
                                <ahyp:hlinkClr xmlns:ahyp="http://schemas.microsoft.com/office/drawing/2018/hyperlinkcolor" val="tx"/>
                              </a:ext>
                            </a:extLst>
                          </a:hlinkClick>
                        </a:rPr>
                        <a:t>https://www.vodafone.com.au/support/home-internet/nbn-troubleshooting</a:t>
                      </a:r>
                      <a:endParaRPr lang="en-US" sz="1000" b="0" dirty="0">
                        <a:solidFill>
                          <a:schemeClr val="tx1"/>
                        </a:solidFill>
                        <a:latin typeface="Arial"/>
                        <a:cs typeface="Arial"/>
                        <a:hlinkClick r:id="rId3">
                          <a:extLst>
                            <a:ext uri="{A12FA001-AC4F-418D-AE19-62706E023703}">
                              <ahyp:hlinkClr xmlns:ahyp="http://schemas.microsoft.com/office/drawing/2018/hyperlinkcolor" val="tx"/>
                            </a:ext>
                          </a:extLst>
                        </a:hlinkClick>
                      </a:endParaRPr>
                    </a:p>
                    <a:p>
                      <a:pPr marL="228600" marR="0" lvl="0" indent="-228600" algn="l" defTabSz="914377" rtl="0" eaLnBrk="1" fontAlgn="auto" latinLnBrk="0" hangingPunct="1">
                        <a:lnSpc>
                          <a:spcPct val="100000"/>
                        </a:lnSpc>
                        <a:spcBef>
                          <a:spcPts val="0"/>
                        </a:spcBef>
                        <a:spcAft>
                          <a:spcPts val="0"/>
                        </a:spcAft>
                        <a:buClrTx/>
                        <a:buSzTx/>
                        <a:buAutoNum type="arabicPeriod"/>
                        <a:tabLst/>
                        <a:defRPr/>
                      </a:pPr>
                      <a:r>
                        <a:rPr lang="en-US" sz="1100" b="0" i="0" u="none" strike="noStrike" noProof="0" dirty="0">
                          <a:solidFill>
                            <a:schemeClr val="tx1"/>
                          </a:solidFill>
                          <a:latin typeface="Arial"/>
                          <a:cs typeface="Arial"/>
                          <a:hlinkClick r:id="rId4">
                            <a:extLst>
                              <a:ext uri="{A12FA001-AC4F-418D-AE19-62706E023703}">
                                <ahyp:hlinkClr xmlns:ahyp="http://schemas.microsoft.com/office/drawing/2018/hyperlinkcolor" val="tx"/>
                              </a:ext>
                            </a:extLst>
                          </a:hlinkClick>
                        </a:rPr>
                        <a:t>https://www.vodafone.com.au/support/home-internet/nbn-modems</a:t>
                      </a:r>
                      <a:endParaRPr lang="en-US" sz="1000" b="0" dirty="0">
                        <a:solidFill>
                          <a:schemeClr val="tx1"/>
                        </a:solidFill>
                        <a:latin typeface="Arial"/>
                        <a:cs typeface="Arial"/>
                        <a:hlinkClick r:id="rId4">
                          <a:extLst>
                            <a:ext uri="{A12FA001-AC4F-418D-AE19-62706E023703}">
                              <ahyp:hlinkClr xmlns:ahyp="http://schemas.microsoft.com/office/drawing/2018/hyperlinkcolor" val="tx"/>
                            </a:ext>
                          </a:extLst>
                        </a:hlinkClick>
                      </a:endParaRPr>
                    </a:p>
                    <a:p>
                      <a:pPr marL="228600" marR="0" lvl="0" indent="-228600" algn="l" defTabSz="914377">
                        <a:lnSpc>
                          <a:spcPct val="100000"/>
                        </a:lnSpc>
                        <a:spcBef>
                          <a:spcPts val="0"/>
                        </a:spcBef>
                        <a:spcAft>
                          <a:spcPts val="0"/>
                        </a:spcAft>
                        <a:buClrTx/>
                        <a:buSzTx/>
                        <a:buAutoNum type="arabicPeriod"/>
                        <a:tabLst/>
                        <a:defRPr/>
                      </a:pPr>
                      <a:r>
                        <a:rPr lang="en-US" sz="1100" b="0" i="0" u="none" strike="noStrike" noProof="0" dirty="0">
                          <a:solidFill>
                            <a:schemeClr val="tx1"/>
                          </a:solidFill>
                          <a:latin typeface="Arial"/>
                          <a:cs typeface="Arial"/>
                          <a:hlinkClick r:id="rId5">
                            <a:extLst>
                              <a:ext uri="{A12FA001-AC4F-418D-AE19-62706E023703}">
                                <ahyp:hlinkClr xmlns:ahyp="http://schemas.microsoft.com/office/drawing/2018/hyperlinkcolor" val="tx"/>
                              </a:ext>
                            </a:extLst>
                          </a:hlinkClick>
                        </a:rPr>
                        <a:t>https://www.vodafone.com.au/support/home-internet/change-address</a:t>
                      </a:r>
                    </a:p>
                    <a:p>
                      <a:pPr marL="228600" marR="0" lvl="0" indent="-228600" algn="l" defTabSz="914377" rtl="0" eaLnBrk="1" fontAlgn="auto" latinLnBrk="0" hangingPunct="1">
                        <a:lnSpc>
                          <a:spcPct val="100000"/>
                        </a:lnSpc>
                        <a:spcBef>
                          <a:spcPts val="0"/>
                        </a:spcBef>
                        <a:spcAft>
                          <a:spcPts val="0"/>
                        </a:spcAft>
                        <a:buClrTx/>
                        <a:buSzTx/>
                        <a:buAutoNum type="arabicPeriod"/>
                        <a:tabLst/>
                        <a:defRPr/>
                      </a:pPr>
                      <a:r>
                        <a:rPr lang="en-US" sz="1100" b="0" i="0" u="none" strike="noStrike" kern="1200" noProof="0" dirty="0">
                          <a:solidFill>
                            <a:schemeClr val="tx1"/>
                          </a:solidFill>
                          <a:latin typeface="Arial"/>
                          <a:ea typeface="+mn-ea"/>
                          <a:cs typeface="Arial"/>
                          <a:hlinkClick r:id="rId6">
                            <a:extLst>
                              <a:ext uri="{A12FA001-AC4F-418D-AE19-62706E023703}">
                                <ahyp:hlinkClr xmlns:ahyp="http://schemas.microsoft.com/office/drawing/2018/hyperlinkcolor" val="tx"/>
                              </a:ext>
                            </a:extLst>
                          </a:hlinkClick>
                        </a:rPr>
                        <a:t>www.vodafone.com.au/support/home-internet</a:t>
                      </a:r>
                      <a:endParaRPr lang="en-US" sz="1100" b="0" i="0" u="none" strike="noStrike" kern="1200" noProof="0" dirty="0">
                        <a:solidFill>
                          <a:schemeClr val="tx1"/>
                        </a:solidFill>
                        <a:latin typeface="Arial"/>
                        <a:ea typeface="+mn-ea"/>
                        <a:cs typeface="Arial"/>
                      </a:endParaRPr>
                    </a:p>
                    <a:p>
                      <a:pPr marL="228600" marR="0" lvl="0" indent="-228600" algn="l">
                        <a:lnSpc>
                          <a:spcPct val="100000"/>
                        </a:lnSpc>
                        <a:spcBef>
                          <a:spcPts val="0"/>
                        </a:spcBef>
                        <a:spcAft>
                          <a:spcPts val="0"/>
                        </a:spcAft>
                        <a:buClrTx/>
                        <a:buSzTx/>
                        <a:buAutoNum type="arabicPeriod"/>
                      </a:pPr>
                      <a:r>
                        <a:rPr lang="en-US" sz="1100" b="0" i="0" u="none" strike="noStrike" kern="1200" noProof="0" dirty="0">
                          <a:solidFill>
                            <a:srgbClr val="002244"/>
                          </a:solidFill>
                          <a:latin typeface="Arial"/>
                          <a:ea typeface="+mn-ea"/>
                          <a:cs typeface="Arial"/>
                          <a:hlinkClick r:id="rId7">
                            <a:extLst>
                              <a:ext uri="{A12FA001-AC4F-418D-AE19-62706E023703}">
                                <ahyp:hlinkClr xmlns:ahyp="http://schemas.microsoft.com/office/drawing/2018/hyperlinkcolor" val="tx"/>
                              </a:ext>
                            </a:extLst>
                          </a:hlinkClick>
                        </a:rPr>
                        <a:t>https://www.vodafone.com.au/support/home-internet/nbn-speed-guide</a:t>
                      </a:r>
                      <a:endParaRPr lang="en-US" sz="1100" b="0" i="0" u="none" strike="noStrike" kern="1200" noProof="0" dirty="0">
                        <a:solidFill>
                          <a:schemeClr val="tx1"/>
                        </a:solidFill>
                        <a:latin typeface="Arial"/>
                        <a:ea typeface="+mn-ea"/>
                        <a:cs typeface="Arial"/>
                      </a:endParaRPr>
                    </a:p>
                    <a:p>
                      <a:pPr marL="228600" marR="0" lvl="0" indent="-228600" algn="l">
                        <a:lnSpc>
                          <a:spcPct val="100000"/>
                        </a:lnSpc>
                        <a:spcBef>
                          <a:spcPts val="0"/>
                        </a:spcBef>
                        <a:spcAft>
                          <a:spcPts val="0"/>
                        </a:spcAft>
                        <a:buClrTx/>
                        <a:buSzTx/>
                        <a:buAutoNum type="arabicPeriod"/>
                      </a:pPr>
                      <a:endParaRPr lang="en-US" sz="1100" b="0" i="0" u="none" strike="noStrike" noProof="0" dirty="0">
                        <a:solidFill>
                          <a:schemeClr val="tx1"/>
                        </a:solidFill>
                        <a:latin typeface="Arial"/>
                        <a:cs typeface="Arial"/>
                      </a:endParaRPr>
                    </a:p>
                    <a:p>
                      <a:pPr marL="0" marR="0" lvl="0" indent="0" algn="l">
                        <a:lnSpc>
                          <a:spcPct val="100000"/>
                        </a:lnSpc>
                        <a:spcBef>
                          <a:spcPts val="0"/>
                        </a:spcBef>
                        <a:spcAft>
                          <a:spcPts val="0"/>
                        </a:spcAft>
                        <a:buClrTx/>
                        <a:buSzTx/>
                        <a:buNone/>
                      </a:pPr>
                      <a:r>
                        <a:rPr lang="en-US" sz="1100" b="0" i="0" u="none" strike="noStrike" noProof="0" dirty="0">
                          <a:solidFill>
                            <a:srgbClr val="002244"/>
                          </a:solidFill>
                          <a:latin typeface="Arial"/>
                          <a:cs typeface="Arial"/>
                        </a:rPr>
                        <a:t> </a:t>
                      </a:r>
                      <a:r>
                        <a:rPr lang="en-US" sz="800" b="0" i="0" u="none" strike="noStrike" noProof="0" dirty="0">
                          <a:solidFill>
                            <a:srgbClr val="002244"/>
                          </a:solidFill>
                          <a:latin typeface="Arial"/>
                          <a:cs typeface="Arial"/>
                        </a:rPr>
                        <a:t>( </a:t>
                      </a:r>
                      <a:r>
                        <a:rPr lang="en-US" sz="800" b="0" i="1" u="none" strike="noStrike" noProof="0" dirty="0">
                          <a:solidFill>
                            <a:srgbClr val="002244"/>
                          </a:solidFill>
                          <a:latin typeface="Arial"/>
                          <a:cs typeface="Arial"/>
                        </a:rPr>
                        <a:t>More links in next slides)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AU"/>
                    </a:p>
                  </a:txBody>
                  <a:tcPr/>
                </a:tc>
                <a:extLst>
                  <a:ext uri="{0D108BD9-81ED-4DB2-BD59-A6C34878D82A}">
                    <a16:rowId xmlns:a16="http://schemas.microsoft.com/office/drawing/2014/main" val="4123526026"/>
                  </a:ext>
                </a:extLst>
              </a:tr>
              <a:tr h="2188087">
                <a:tc>
                  <a:txBody>
                    <a:bodyPr/>
                    <a:lstStyle/>
                    <a:p>
                      <a:r>
                        <a:rPr lang="en-US" sz="1200" b="1" i="0" dirty="0">
                          <a:latin typeface="Arial"/>
                          <a:cs typeface="Arial"/>
                        </a:rPr>
                        <a:t>Recommendation</a:t>
                      </a:r>
                    </a:p>
                    <a:p>
                      <a:pPr lvl="0">
                        <a:buNone/>
                      </a:pPr>
                      <a:r>
                        <a:rPr lang="en-US" sz="1200" b="0" i="0" dirty="0">
                          <a:latin typeface="Arial"/>
                          <a:cs typeface="Arial"/>
                        </a:rPr>
                        <a:t>To optimise online support content across 3 phases.</a:t>
                      </a:r>
                      <a:endParaRPr lang="en-US" sz="1200" b="1" i="0" dirty="0">
                        <a:latin typeface="Arial"/>
                        <a:cs typeface="Arial"/>
                      </a:endParaRPr>
                    </a:p>
                    <a:p>
                      <a:r>
                        <a:rPr lang="en-US" sz="1200" b="0" i="0" dirty="0">
                          <a:latin typeface="Arial"/>
                          <a:cs typeface="Arial"/>
                        </a:rPr>
                        <a:t>This request is to focus on </a:t>
                      </a:r>
                      <a:r>
                        <a:rPr lang="en-US" sz="1200" b="1" i="0" dirty="0">
                          <a:latin typeface="Arial"/>
                          <a:cs typeface="Arial"/>
                        </a:rPr>
                        <a:t>Phase 1</a:t>
                      </a:r>
                      <a:r>
                        <a:rPr lang="en-US" sz="1200" b="0" i="0" dirty="0">
                          <a:latin typeface="Arial"/>
                          <a:cs typeface="Arial"/>
                        </a:rPr>
                        <a:t> to enable quick wins as part of the Fixed Rapid Action working group, requesting improvements within weeks.</a:t>
                      </a:r>
                    </a:p>
                    <a:p>
                      <a:pPr lvl="0">
                        <a:buNone/>
                      </a:pPr>
                      <a:endParaRPr lang="en-US" sz="1200" b="0" i="0">
                        <a:latin typeface="Arial"/>
                        <a:cs typeface="Arial"/>
                      </a:endParaRPr>
                    </a:p>
                    <a:p>
                      <a:pPr lvl="0">
                        <a:buNone/>
                      </a:pPr>
                      <a:endParaRPr lang="en-US" sz="1200" b="0" i="0">
                        <a:latin typeface="Arial"/>
                        <a:cs typeface="Arial"/>
                      </a:endParaRPr>
                    </a:p>
                    <a:p>
                      <a:pPr lvl="0">
                        <a:buNone/>
                      </a:pPr>
                      <a:endParaRPr lang="en-US" sz="1200" b="0" i="0">
                        <a:latin typeface="Arial"/>
                        <a:cs typeface="Arial"/>
                      </a:endParaRPr>
                    </a:p>
                    <a:p>
                      <a:endParaRPr lang="en-US" sz="1200" b="0" i="0">
                        <a:latin typeface="Arial" panose="020B0604020202020204" pitchFamily="34" charset="0"/>
                        <a:cs typeface="Arial" panose="020B0604020202020204" pitchFamily="34" charset="0"/>
                      </a:endParaRPr>
                    </a:p>
                    <a:p>
                      <a:endParaRPr lang="en-US" sz="1200" b="0" i="0">
                        <a:latin typeface="Arial" panose="020B0604020202020204" pitchFamily="34" charset="0"/>
                        <a:cs typeface="Arial" panose="020B0604020202020204" pitchFamily="34" charset="0"/>
                      </a:endParaRPr>
                    </a:p>
                    <a:p>
                      <a:endParaRPr lang="en-US" sz="1200" b="0" i="0">
                        <a:latin typeface="Arial" panose="020B0604020202020204" pitchFamily="34" charset="0"/>
                        <a:cs typeface="Arial" panose="020B0604020202020204" pitchFamily="34" charset="0"/>
                      </a:endParaRPr>
                    </a:p>
                    <a:p>
                      <a:endParaRPr lang="en-US" sz="1200" b="1" i="0">
                        <a:latin typeface="Arial" panose="020B0604020202020204" pitchFamily="34" charset="0"/>
                        <a:cs typeface="Arial" panose="020B0604020202020204" pitchFamily="34" charset="0"/>
                      </a:endParaRPr>
                    </a:p>
                    <a:p>
                      <a:pPr marL="228600" indent="-228600">
                        <a:buAutoNum type="arabicPeriod"/>
                      </a:pPr>
                      <a:endParaRPr lang="en-AU" sz="1200" b="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200" b="1" dirty="0">
                          <a:latin typeface="Arial"/>
                          <a:cs typeface="Arial"/>
                        </a:rPr>
                        <a:t>Support requested</a:t>
                      </a:r>
                    </a:p>
                    <a:p>
                      <a:endParaRPr lang="en-US" sz="1200" b="1">
                        <a:latin typeface="Arial" panose="020B0604020202020204" pitchFamily="34" charset="0"/>
                        <a:cs typeface="Arial" panose="020B0604020202020204" pitchFamily="34" charset="0"/>
                      </a:endParaRPr>
                    </a:p>
                    <a:p>
                      <a:pPr marL="171450" indent="-171450">
                        <a:buFont typeface="Wingdings" panose="05000000000000000000" pitchFamily="2" charset="2"/>
                        <a:buChar char="q"/>
                      </a:pPr>
                      <a:r>
                        <a:rPr lang="en-US" sz="1200" b="0" dirty="0">
                          <a:latin typeface="Arial"/>
                          <a:cs typeface="Arial"/>
                        </a:rPr>
                        <a:t>Digital copywriter</a:t>
                      </a:r>
                    </a:p>
                    <a:p>
                      <a:pPr marL="171450" indent="-171450">
                        <a:buFont typeface="Wingdings" panose="05000000000000000000" pitchFamily="2" charset="2"/>
                        <a:buChar char="q"/>
                      </a:pPr>
                      <a:r>
                        <a:rPr lang="en-US" sz="1200" b="0" dirty="0">
                          <a:latin typeface="Arial"/>
                          <a:cs typeface="Arial"/>
                        </a:rPr>
                        <a:t>Producer</a:t>
                      </a:r>
                    </a:p>
                    <a:p>
                      <a:pPr marL="171450" indent="-171450">
                        <a:buFont typeface="Wingdings" panose="05000000000000000000" pitchFamily="2" charset="2"/>
                        <a:buChar char="q"/>
                      </a:pPr>
                      <a:endParaRPr lang="en-US" sz="1200" b="0">
                        <a:latin typeface="Arial"/>
                        <a:cs typeface="Arial"/>
                      </a:endParaRPr>
                    </a:p>
                    <a:p>
                      <a:pPr marL="171450" indent="-171450">
                        <a:buFont typeface="Wingdings" panose="05000000000000000000" pitchFamily="2" charset="2"/>
                        <a:buChar char="q"/>
                      </a:pPr>
                      <a:r>
                        <a:rPr lang="en-US" sz="1200" b="0" dirty="0">
                          <a:latin typeface="Arial"/>
                          <a:cs typeface="Arial"/>
                        </a:rPr>
                        <a:t>Request of reference document or walkthrough of AEM page content design patterns and limitations</a:t>
                      </a:r>
                    </a:p>
                    <a:p>
                      <a:pPr marL="0" indent="0">
                        <a:buFont typeface="Wingdings" panose="05000000000000000000" pitchFamily="2" charset="2"/>
                        <a:buNone/>
                      </a:pPr>
                      <a:endParaRPr lang="en-US" sz="1200" b="0">
                        <a:latin typeface="Arial" panose="020B0604020202020204" pitchFamily="34" charset="0"/>
                        <a:cs typeface="Arial" panose="020B0604020202020204" pitchFamily="34" charset="0"/>
                      </a:endParaRPr>
                    </a:p>
                    <a:p>
                      <a:pPr marL="0" indent="0">
                        <a:buFont typeface="Wingdings" panose="05000000000000000000" pitchFamily="2" charset="2"/>
                        <a:buNone/>
                      </a:pPr>
                      <a:endParaRPr lang="en-US" sz="1200" b="0">
                        <a:latin typeface="Arial" panose="020B0604020202020204" pitchFamily="34" charset="0"/>
                        <a:cs typeface="Arial" panose="020B0604020202020204" pitchFamily="34" charset="0"/>
                      </a:endParaRPr>
                    </a:p>
                    <a:p>
                      <a:pPr marL="171450" indent="-171450">
                        <a:buFont typeface="Wingdings" panose="05000000000000000000" pitchFamily="2" charset="2"/>
                        <a:buChar char="q"/>
                      </a:pPr>
                      <a:endParaRPr lang="en-US" sz="1200" b="1">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indent="0">
                        <a:buFont typeface="Wingdings" panose="05000000000000000000" pitchFamily="2" charset="2"/>
                        <a:buNone/>
                      </a:pPr>
                      <a:r>
                        <a:rPr lang="en-US" sz="1200" b="1" dirty="0">
                          <a:latin typeface="Arial"/>
                          <a:cs typeface="Arial"/>
                        </a:rPr>
                        <a:t>Working group members</a:t>
                      </a:r>
                    </a:p>
                    <a:p>
                      <a:pPr marL="171450" indent="-171450">
                        <a:buFont typeface="Arial" panose="020B0604020202020204" pitchFamily="34" charset="0"/>
                        <a:buChar char="•"/>
                      </a:pPr>
                      <a:endParaRPr lang="en-US" sz="1200" b="0" dirty="0">
                        <a:latin typeface="Arial"/>
                        <a:cs typeface="Arial"/>
                      </a:endParaRPr>
                    </a:p>
                    <a:p>
                      <a:pPr marL="171450" indent="-171450">
                        <a:buFont typeface="Arial" panose="020B0604020202020204" pitchFamily="34" charset="0"/>
                        <a:buChar char="•"/>
                      </a:pPr>
                      <a:r>
                        <a:rPr lang="en-US" sz="1200" b="0" dirty="0">
                          <a:latin typeface="Arial"/>
                          <a:cs typeface="Arial"/>
                        </a:rPr>
                        <a:t>CX &amp; Platform Strategy: Divya</a:t>
                      </a:r>
                    </a:p>
                    <a:p>
                      <a:pPr marL="171450" indent="-171450">
                        <a:buFont typeface="Arial" panose="020B0604020202020204" pitchFamily="34" charset="0"/>
                        <a:buChar char="•"/>
                      </a:pPr>
                      <a:r>
                        <a:rPr lang="en-US" sz="1200" b="0" dirty="0">
                          <a:latin typeface="Arial"/>
                          <a:cs typeface="Arial"/>
                        </a:rPr>
                        <a:t>CX Ops Design &amp; Delivery: Chad, Ryan, Marc</a:t>
                      </a:r>
                    </a:p>
                    <a:p>
                      <a:pPr marL="171450" indent="-171450">
                        <a:buFont typeface="Arial" panose="020B0604020202020204" pitchFamily="34" charset="0"/>
                        <a:buChar char="•"/>
                      </a:pPr>
                      <a:r>
                        <a:rPr lang="en-US" sz="1200" b="0" dirty="0">
                          <a:latin typeface="Arial"/>
                          <a:cs typeface="Arial"/>
                        </a:rPr>
                        <a:t>Fixed Product: Blesson, Gina</a:t>
                      </a:r>
                    </a:p>
                    <a:p>
                      <a:pPr marL="171450" indent="-171450">
                        <a:buFont typeface="Arial" panose="020B0604020202020204" pitchFamily="34" charset="0"/>
                        <a:buChar char="•"/>
                      </a:pPr>
                      <a:r>
                        <a:rPr lang="en-US" sz="1200" b="0">
                          <a:latin typeface="Arial"/>
                          <a:cs typeface="Arial"/>
                        </a:rPr>
                        <a:t>Fixed Devices: Dan</a:t>
                      </a:r>
                      <a:endParaRPr lang="en-US" sz="1200" b="0" dirty="0">
                        <a:latin typeface="Arial"/>
                        <a:cs typeface="Arial"/>
                      </a:endParaRPr>
                    </a:p>
                    <a:p>
                      <a:pPr marL="171450" indent="-171450">
                        <a:buFont typeface="Arial" panose="020B0604020202020204" pitchFamily="34" charset="0"/>
                        <a:buChar char="•"/>
                      </a:pPr>
                      <a:r>
                        <a:rPr lang="en-US" sz="1200" b="0" dirty="0">
                          <a:latin typeface="Arial"/>
                          <a:cs typeface="Arial"/>
                        </a:rPr>
                        <a:t>Digital: </a:t>
                      </a:r>
                      <a:r>
                        <a:rPr lang="en-US" sz="1200" b="0" dirty="0">
                          <a:solidFill>
                            <a:schemeClr val="accent3"/>
                          </a:solidFill>
                          <a:latin typeface="Arial"/>
                          <a:cs typeface="Arial"/>
                        </a:rPr>
                        <a:t>TBC</a:t>
                      </a:r>
                    </a:p>
                    <a:p>
                      <a:pPr marL="171450" indent="-171450">
                        <a:buFont typeface="Arial" panose="020B0604020202020204" pitchFamily="34" charset="0"/>
                        <a:buChar char="•"/>
                      </a:pPr>
                      <a:r>
                        <a:rPr lang="en-US" sz="1200" b="0" dirty="0">
                          <a:latin typeface="Arial"/>
                          <a:cs typeface="Arial"/>
                        </a:rPr>
                        <a:t>Legal: </a:t>
                      </a:r>
                      <a:r>
                        <a:rPr lang="en-US" sz="1200" b="0" dirty="0">
                          <a:solidFill>
                            <a:schemeClr val="accent3"/>
                          </a:solidFill>
                          <a:latin typeface="Arial"/>
                          <a:cs typeface="Arial"/>
                        </a:rPr>
                        <a:t>TBC</a:t>
                      </a:r>
                    </a:p>
                    <a:p>
                      <a:pPr marL="0" indent="0">
                        <a:buFont typeface="Wingdings" panose="05000000000000000000" pitchFamily="2" charset="2"/>
                        <a:buNone/>
                      </a:pPr>
                      <a:endParaRPr lang="en-US" sz="1200" b="1"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76411959"/>
                  </a:ext>
                </a:extLst>
              </a:tr>
            </a:tbl>
          </a:graphicData>
        </a:graphic>
      </p:graphicFrame>
      <p:graphicFrame>
        <p:nvGraphicFramePr>
          <p:cNvPr id="5" name="Diagram 4">
            <a:extLst>
              <a:ext uri="{FF2B5EF4-FFF2-40B4-BE49-F238E27FC236}">
                <a16:creationId xmlns:a16="http://schemas.microsoft.com/office/drawing/2014/main" id="{50BC6BDF-1EE6-39CC-CD18-3BB23C1858FE}"/>
              </a:ext>
            </a:extLst>
          </p:cNvPr>
          <p:cNvGraphicFramePr/>
          <p:nvPr>
            <p:extLst>
              <p:ext uri="{D42A27DB-BD31-4B8C-83A1-F6EECF244321}">
                <p14:modId xmlns:p14="http://schemas.microsoft.com/office/powerpoint/2010/main" val="3138470805"/>
              </p:ext>
            </p:extLst>
          </p:nvPr>
        </p:nvGraphicFramePr>
        <p:xfrm>
          <a:off x="442913" y="4867704"/>
          <a:ext cx="5142006" cy="30231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TextBox 5">
            <a:extLst>
              <a:ext uri="{FF2B5EF4-FFF2-40B4-BE49-F238E27FC236}">
                <a16:creationId xmlns:a16="http://schemas.microsoft.com/office/drawing/2014/main" id="{25739947-C8FC-6957-992A-B86FAE9C62D8}"/>
              </a:ext>
            </a:extLst>
          </p:cNvPr>
          <p:cNvSpPr txBox="1"/>
          <p:nvPr/>
        </p:nvSpPr>
        <p:spPr>
          <a:xfrm>
            <a:off x="530836" y="5239393"/>
            <a:ext cx="1618876" cy="738664"/>
          </a:xfrm>
          <a:prstGeom prst="rect">
            <a:avLst/>
          </a:prstGeom>
          <a:noFill/>
        </p:spPr>
        <p:txBody>
          <a:bodyPr wrap="square" lIns="0" tIns="0" rIns="0" bIns="0" rtlCol="0">
            <a:spAutoFit/>
          </a:bodyPr>
          <a:lstStyle/>
          <a:p>
            <a:pPr marL="88900" indent="-88900" algn="l">
              <a:buFont typeface="Arial" panose="020B0604020202020204" pitchFamily="34" charset="0"/>
              <a:buChar char="•"/>
            </a:pPr>
            <a:r>
              <a:rPr lang="en-US" sz="800" dirty="0">
                <a:latin typeface="Arial" panose="020B0604020202020204" pitchFamily="34" charset="0"/>
                <a:cs typeface="Arial" panose="020B0604020202020204" pitchFamily="34" charset="0"/>
              </a:rPr>
              <a:t>Update support content hierarchy (</a:t>
            </a:r>
            <a:r>
              <a:rPr lang="en-US" sz="800" dirty="0" err="1">
                <a:latin typeface="Arial" panose="020B0604020202020204" pitchFamily="34" charset="0"/>
                <a:cs typeface="Arial" panose="020B0604020202020204" pitchFamily="34" charset="0"/>
              </a:rPr>
              <a:t>e.g</a:t>
            </a:r>
            <a:r>
              <a:rPr lang="en-US" sz="800" dirty="0">
                <a:latin typeface="Arial" panose="020B0604020202020204" pitchFamily="34" charset="0"/>
                <a:cs typeface="Arial" panose="020B0604020202020204" pitchFamily="34" charset="0"/>
              </a:rPr>
              <a:t> page structure for different modems), review copy and insert images/videos where relevant and feasible, taking learnings of what works well in TPG and iiNet.</a:t>
            </a:r>
            <a:endParaRPr lang="en-AU" sz="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A9835C7-7AD2-B399-9BD5-0B5A06AC0FF1}"/>
              </a:ext>
            </a:extLst>
          </p:cNvPr>
          <p:cNvSpPr txBox="1"/>
          <p:nvPr/>
        </p:nvSpPr>
        <p:spPr>
          <a:xfrm>
            <a:off x="2303090" y="5239393"/>
            <a:ext cx="1618876" cy="1477328"/>
          </a:xfrm>
          <a:prstGeom prst="rect">
            <a:avLst/>
          </a:prstGeom>
          <a:noFill/>
        </p:spPr>
        <p:txBody>
          <a:bodyPr wrap="square" lIns="0" tIns="0" rIns="0" bIns="0" rtlCol="0">
            <a:spAutoFit/>
          </a:bodyPr>
          <a:lstStyle/>
          <a:p>
            <a:pPr marL="88900" indent="-88900" algn="l">
              <a:buFont typeface="Arial" panose="020B0604020202020204" pitchFamily="34" charset="0"/>
              <a:buChar char="•"/>
            </a:pPr>
            <a:r>
              <a:rPr lang="en-US" sz="800" dirty="0">
                <a:latin typeface="Arial" panose="020B0604020202020204" pitchFamily="34" charset="0"/>
                <a:cs typeface="Arial" panose="020B0604020202020204" pitchFamily="34" charset="0"/>
              </a:rPr>
              <a:t>Undertake discovery of including competitor analysis and UX research/testing of online content layout e.g. step by step guides with focus on visual cues (like devices.vodafone.com.au)</a:t>
            </a:r>
          </a:p>
          <a:p>
            <a:pPr marL="88900" indent="-88900" algn="l">
              <a:buFont typeface="Arial" panose="020B0604020202020204" pitchFamily="34" charset="0"/>
              <a:buChar char="•"/>
            </a:pPr>
            <a:r>
              <a:rPr lang="en-US" sz="800" dirty="0">
                <a:latin typeface="Arial" panose="020B0604020202020204" pitchFamily="34" charset="0"/>
                <a:cs typeface="Arial" panose="020B0604020202020204" pitchFamily="34" charset="0"/>
              </a:rPr>
              <a:t>Review findability through search and consider when/how to steer customers to logged in state OneApp for setup &amp; install guides, with context of which modem &amp; plan they’re on.</a:t>
            </a:r>
            <a:endParaRPr lang="en-AU" sz="8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B833C55-FE33-79AA-21F4-E9BDDF86AC47}"/>
              </a:ext>
            </a:extLst>
          </p:cNvPr>
          <p:cNvSpPr txBox="1"/>
          <p:nvPr/>
        </p:nvSpPr>
        <p:spPr>
          <a:xfrm>
            <a:off x="4231536" y="5233927"/>
            <a:ext cx="1448546" cy="861774"/>
          </a:xfrm>
          <a:prstGeom prst="rect">
            <a:avLst/>
          </a:prstGeom>
          <a:noFill/>
        </p:spPr>
        <p:txBody>
          <a:bodyPr wrap="square" lIns="0" tIns="0" rIns="0" bIns="0" rtlCol="0">
            <a:spAutoFit/>
          </a:bodyPr>
          <a:lstStyle/>
          <a:p>
            <a:pPr marL="88900" indent="-88900" algn="l">
              <a:buFont typeface="Arial" panose="020B0604020202020204" pitchFamily="34" charset="0"/>
              <a:buChar char="•"/>
            </a:pPr>
            <a:r>
              <a:rPr lang="en-US" sz="800" dirty="0">
                <a:latin typeface="Arial" panose="020B0604020202020204" pitchFamily="34" charset="0"/>
                <a:cs typeface="Arial" panose="020B0604020202020204" pitchFamily="34" charset="0"/>
              </a:rPr>
              <a:t>Explore leveraging </a:t>
            </a:r>
            <a:r>
              <a:rPr lang="en-US" sz="800" dirty="0" err="1">
                <a:latin typeface="Arial" panose="020B0604020202020204" pitchFamily="34" charset="0"/>
                <a:cs typeface="Arial" panose="020B0604020202020204" pitchFamily="34" charset="0"/>
              </a:rPr>
              <a:t>tobi</a:t>
            </a:r>
            <a:r>
              <a:rPr lang="en-US" sz="800" dirty="0">
                <a:latin typeface="Arial" panose="020B0604020202020204" pitchFamily="34" charset="0"/>
                <a:cs typeface="Arial" panose="020B0604020202020204" pitchFamily="34" charset="0"/>
              </a:rPr>
              <a:t> as hero contact channel to drive triage and decision tree to lead customer to relevant content quicker.</a:t>
            </a:r>
          </a:p>
          <a:p>
            <a:pPr marL="88900" indent="-88900">
              <a:buFont typeface="Arial" panose="020B0604020202020204" pitchFamily="34" charset="0"/>
              <a:buChar char="•"/>
            </a:pPr>
            <a:r>
              <a:rPr lang="en-US" sz="800" dirty="0">
                <a:latin typeface="Arial" panose="020B0604020202020204" pitchFamily="34" charset="0"/>
                <a:cs typeface="Arial" panose="020B0604020202020204" pitchFamily="34" charset="0"/>
              </a:rPr>
              <a:t>Creation of new video content</a:t>
            </a:r>
            <a:r>
              <a:rPr lang="en-AU" sz="800" dirty="0">
                <a:latin typeface="Arial" panose="020B0604020202020204" pitchFamily="34" charset="0"/>
                <a:cs typeface="Arial" panose="020B0604020202020204" pitchFamily="34" charset="0"/>
              </a:rPr>
              <a:t>.</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3707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49824-3BE3-CD46-FE6D-CF38B23A7B1F}"/>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775DEDF8-5A04-8822-88DE-B31802E26FED}"/>
              </a:ext>
            </a:extLst>
          </p:cNvPr>
          <p:cNvSpPr txBox="1"/>
          <p:nvPr/>
        </p:nvSpPr>
        <p:spPr>
          <a:xfrm>
            <a:off x="385313" y="555266"/>
            <a:ext cx="11421373"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a:solidFill>
                  <a:srgbClr val="002244"/>
                </a:solidFill>
                <a:latin typeface="Arial" panose="020B0604020202020204" pitchFamily="34" charset="0"/>
                <a:cs typeface="Arial" panose="020B0604020202020204" pitchFamily="34" charset="0"/>
              </a:rPr>
              <a:t>Modem setup</a:t>
            </a:r>
          </a:p>
        </p:txBody>
      </p:sp>
      <p:sp>
        <p:nvSpPr>
          <p:cNvPr id="5" name="Title 1">
            <a:extLst>
              <a:ext uri="{FF2B5EF4-FFF2-40B4-BE49-F238E27FC236}">
                <a16:creationId xmlns:a16="http://schemas.microsoft.com/office/drawing/2014/main" id="{CAC4D351-573E-11B7-F43B-2D927AD2CC2D}"/>
              </a:ext>
            </a:extLst>
          </p:cNvPr>
          <p:cNvSpPr>
            <a:spLocks noGrp="1"/>
          </p:cNvSpPr>
          <p:nvPr>
            <p:ph type="title"/>
          </p:nvPr>
        </p:nvSpPr>
        <p:spPr>
          <a:xfrm>
            <a:off x="350007" y="183469"/>
            <a:ext cx="11294914" cy="215900"/>
          </a:xfrm>
        </p:spPr>
        <p:txBody>
          <a:bodyPr/>
          <a:lstStyle/>
          <a:p>
            <a:r>
              <a:rPr lang="en-US"/>
              <a:t>EXAMPLEs</a:t>
            </a:r>
            <a:endParaRPr lang="en-AU"/>
          </a:p>
        </p:txBody>
      </p:sp>
      <p:sp>
        <p:nvSpPr>
          <p:cNvPr id="24" name="Rectangle 23">
            <a:extLst>
              <a:ext uri="{FF2B5EF4-FFF2-40B4-BE49-F238E27FC236}">
                <a16:creationId xmlns:a16="http://schemas.microsoft.com/office/drawing/2014/main" id="{3E4B8525-9A60-06A7-6D13-07417183E63E}"/>
              </a:ext>
            </a:extLst>
          </p:cNvPr>
          <p:cNvSpPr/>
          <p:nvPr/>
        </p:nvSpPr>
        <p:spPr>
          <a:xfrm rot="16200000">
            <a:off x="-300418" y="1622039"/>
            <a:ext cx="1246995" cy="4009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600" b="1" i="0" u="none" strike="noStrike" kern="1200" cap="none" spc="0" normalizeH="0" baseline="0" noProof="0">
                <a:ln>
                  <a:noFill/>
                </a:ln>
                <a:solidFill>
                  <a:srgbClr val="FFFFFF"/>
                </a:solidFill>
                <a:effectLst/>
                <a:uLnTx/>
                <a:uFillTx/>
                <a:latin typeface="Arial"/>
                <a:ea typeface="+mn-ea"/>
                <a:cs typeface="+mn-cs"/>
              </a:rPr>
              <a:t>Before</a:t>
            </a:r>
          </a:p>
        </p:txBody>
      </p:sp>
      <p:sp>
        <p:nvSpPr>
          <p:cNvPr id="25" name="Rectangle 24">
            <a:extLst>
              <a:ext uri="{FF2B5EF4-FFF2-40B4-BE49-F238E27FC236}">
                <a16:creationId xmlns:a16="http://schemas.microsoft.com/office/drawing/2014/main" id="{FDD8B6FB-7408-9BFC-C448-D78F8A6AE8B4}"/>
              </a:ext>
            </a:extLst>
          </p:cNvPr>
          <p:cNvSpPr/>
          <p:nvPr/>
        </p:nvSpPr>
        <p:spPr>
          <a:xfrm rot="16200000">
            <a:off x="5629130" y="1622038"/>
            <a:ext cx="1246995" cy="400916"/>
          </a:xfrm>
          <a:prstGeom prst="rect">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AU" sz="1600" b="1" i="0" u="none" strike="noStrike" kern="1200" cap="none" spc="0" normalizeH="0" baseline="0" noProof="0">
                <a:ln>
                  <a:noFill/>
                </a:ln>
                <a:solidFill>
                  <a:srgbClr val="FFFFFF"/>
                </a:solidFill>
                <a:effectLst/>
                <a:uLnTx/>
                <a:uFillTx/>
                <a:latin typeface="Arial"/>
                <a:ea typeface="+mn-ea"/>
                <a:cs typeface="+mn-cs"/>
              </a:rPr>
              <a:t>After</a:t>
            </a:r>
          </a:p>
        </p:txBody>
      </p:sp>
      <p:sp>
        <p:nvSpPr>
          <p:cNvPr id="90" name="TextBox 89">
            <a:extLst>
              <a:ext uri="{FF2B5EF4-FFF2-40B4-BE49-F238E27FC236}">
                <a16:creationId xmlns:a16="http://schemas.microsoft.com/office/drawing/2014/main" id="{48163B41-A3DC-989C-772A-332845715E33}"/>
              </a:ext>
            </a:extLst>
          </p:cNvPr>
          <p:cNvSpPr txBox="1"/>
          <p:nvPr/>
        </p:nvSpPr>
        <p:spPr>
          <a:xfrm>
            <a:off x="6688082" y="1198999"/>
            <a:ext cx="4524993" cy="1107996"/>
          </a:xfrm>
          <a:prstGeom prst="rect">
            <a:avLst/>
          </a:prstGeom>
          <a:noFill/>
        </p:spPr>
        <p:txBody>
          <a:bodyPr wrap="square" lIns="0" tIns="0" rIns="0" bIns="0" rtlCol="0" anchor="t">
            <a:spAutoFit/>
          </a:bodyPr>
          <a:lstStyle/>
          <a:p>
            <a:pPr marL="171450" indent="-171450">
              <a:buFont typeface="Wingdings" panose="05000000000000000000" pitchFamily="2" charset="2"/>
              <a:buChar char="ü"/>
            </a:pPr>
            <a:r>
              <a:rPr lang="en-AU" sz="1200" dirty="0">
                <a:latin typeface="Arial"/>
                <a:cs typeface="Arial"/>
              </a:rPr>
              <a:t>Images of modem so customers can identify which one they have and what to look for</a:t>
            </a:r>
          </a:p>
          <a:p>
            <a:pPr marL="171450" indent="-171450">
              <a:buFont typeface="Wingdings" panose="05000000000000000000" pitchFamily="2" charset="2"/>
              <a:buChar char="ü"/>
            </a:pPr>
            <a:r>
              <a:rPr lang="en-AU" sz="1200" dirty="0">
                <a:latin typeface="Arial"/>
                <a:ea typeface="+mn-lt"/>
                <a:cs typeface="Arial"/>
              </a:rPr>
              <a:t>Plugin steps broken down across multiple sections.</a:t>
            </a:r>
          </a:p>
          <a:p>
            <a:pPr marL="171450" indent="-171450">
              <a:buFont typeface="Wingdings" panose="05000000000000000000" pitchFamily="2" charset="2"/>
              <a:buChar char="ü"/>
            </a:pPr>
            <a:r>
              <a:rPr lang="en-AU" sz="1200" dirty="0">
                <a:latin typeface="Arial"/>
                <a:ea typeface="+mn-lt"/>
                <a:cs typeface="Arial"/>
              </a:rPr>
              <a:t>Each page accompanied by a diagram showing only the cable relevant to the plugin step.</a:t>
            </a:r>
          </a:p>
          <a:p>
            <a:pPr marL="171450" indent="-171450">
              <a:buFont typeface="Wingdings" panose="05000000000000000000" pitchFamily="2" charset="2"/>
              <a:buChar char="ü"/>
            </a:pPr>
            <a:r>
              <a:rPr lang="en-AU" sz="1200" dirty="0">
                <a:latin typeface="Arial"/>
                <a:cs typeface="Arial"/>
              </a:rPr>
              <a:t>Easier for customer to follow process and navigate to right step</a:t>
            </a:r>
            <a:endParaRPr lang="en-AU" sz="12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FB97EF7-A5BB-CB11-DCE8-11F1CD8D2392}"/>
              </a:ext>
            </a:extLst>
          </p:cNvPr>
          <p:cNvPicPr>
            <a:picLocks noChangeAspect="1"/>
          </p:cNvPicPr>
          <p:nvPr/>
        </p:nvPicPr>
        <p:blipFill>
          <a:blip r:embed="rId3"/>
          <a:stretch>
            <a:fillRect/>
          </a:stretch>
        </p:blipFill>
        <p:spPr>
          <a:xfrm>
            <a:off x="682994" y="2029996"/>
            <a:ext cx="4545846" cy="4255994"/>
          </a:xfrm>
          <a:prstGeom prst="rect">
            <a:avLst/>
          </a:prstGeom>
        </p:spPr>
      </p:pic>
      <p:sp>
        <p:nvSpPr>
          <p:cNvPr id="4" name="TextBox 3">
            <a:extLst>
              <a:ext uri="{FF2B5EF4-FFF2-40B4-BE49-F238E27FC236}">
                <a16:creationId xmlns:a16="http://schemas.microsoft.com/office/drawing/2014/main" id="{E7D02365-ADB2-F472-B946-0380267890D1}"/>
              </a:ext>
            </a:extLst>
          </p:cNvPr>
          <p:cNvSpPr txBox="1"/>
          <p:nvPr/>
        </p:nvSpPr>
        <p:spPr>
          <a:xfrm>
            <a:off x="682994" y="1198999"/>
            <a:ext cx="3889993" cy="553998"/>
          </a:xfrm>
          <a:prstGeom prst="rect">
            <a:avLst/>
          </a:prstGeom>
          <a:noFill/>
        </p:spPr>
        <p:txBody>
          <a:bodyPr wrap="square" lIns="0" tIns="0" rIns="0" bIns="0" rtlCol="0">
            <a:spAutoFit/>
          </a:bodyPr>
          <a:lstStyle/>
          <a:p>
            <a:pPr marL="171450" indent="-171450">
              <a:buFont typeface="Wingdings" panose="05000000000000000000" pitchFamily="2" charset="2"/>
              <a:buChar char="ü"/>
            </a:pPr>
            <a:r>
              <a:rPr lang="en-AU" sz="1200">
                <a:latin typeface="Arial" panose="020B0604020202020204" pitchFamily="34" charset="0"/>
                <a:cs typeface="Arial" panose="020B0604020202020204" pitchFamily="34" charset="0"/>
              </a:rPr>
              <a:t>Mobile responsive</a:t>
            </a:r>
          </a:p>
          <a:p>
            <a:pPr marL="171450" indent="-171450">
              <a:buFont typeface="Courier New" panose="02070309020205020404" pitchFamily="49" charset="0"/>
              <a:buChar char="o"/>
            </a:pPr>
            <a:r>
              <a:rPr lang="en-AU" sz="1200">
                <a:latin typeface="Arial" panose="020B0604020202020204" pitchFamily="34" charset="0"/>
                <a:cs typeface="Arial" panose="020B0604020202020204" pitchFamily="34" charset="0"/>
              </a:rPr>
              <a:t>No images of modem or other supporting imagery</a:t>
            </a:r>
          </a:p>
          <a:p>
            <a:pPr marL="171450" indent="-171450">
              <a:buFont typeface="Courier New" panose="02070309020205020404" pitchFamily="49" charset="0"/>
              <a:buChar char="o"/>
            </a:pPr>
            <a:endParaRPr lang="en-AU" sz="12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A2084928-CD73-6903-A567-5F6C2C84D4B3}"/>
              </a:ext>
            </a:extLst>
          </p:cNvPr>
          <p:cNvSpPr txBox="1"/>
          <p:nvPr/>
        </p:nvSpPr>
        <p:spPr>
          <a:xfrm>
            <a:off x="6453085" y="5933402"/>
            <a:ext cx="4956839" cy="369332"/>
          </a:xfrm>
          <a:prstGeom prst="rect">
            <a:avLst/>
          </a:prstGeom>
          <a:noFill/>
        </p:spPr>
        <p:txBody>
          <a:bodyPr wrap="square" lIns="0" tIns="0" rIns="0" bIns="0" rtlCol="0">
            <a:spAutoFit/>
          </a:bodyPr>
          <a:lstStyle/>
          <a:p>
            <a:endParaRPr lang="en-AU" sz="1200">
              <a:latin typeface="Arial" panose="020B0604020202020204" pitchFamily="34" charset="0"/>
              <a:cs typeface="Arial" panose="020B0604020202020204" pitchFamily="34" charset="0"/>
            </a:endParaRPr>
          </a:p>
          <a:p>
            <a:r>
              <a:rPr lang="en-AU" sz="1200">
                <a:latin typeface="Arial" panose="020B0604020202020204" pitchFamily="34" charset="0"/>
                <a:cs typeface="Arial" panose="020B0604020202020204" pitchFamily="34" charset="0"/>
              </a:rPr>
              <a:t>https://support.tpg.com.au/how-change-your-wi-fi-password-tpg-modem</a:t>
            </a:r>
          </a:p>
        </p:txBody>
      </p:sp>
      <p:pic>
        <p:nvPicPr>
          <p:cNvPr id="19" name="Picture 18">
            <a:extLst>
              <a:ext uri="{FF2B5EF4-FFF2-40B4-BE49-F238E27FC236}">
                <a16:creationId xmlns:a16="http://schemas.microsoft.com/office/drawing/2014/main" id="{25B17147-EA20-236C-854B-AB6078C6C242}"/>
              </a:ext>
            </a:extLst>
          </p:cNvPr>
          <p:cNvPicPr>
            <a:picLocks noChangeAspect="1"/>
          </p:cNvPicPr>
          <p:nvPr/>
        </p:nvPicPr>
        <p:blipFill>
          <a:blip r:embed="rId4"/>
          <a:stretch>
            <a:fillRect/>
          </a:stretch>
        </p:blipFill>
        <p:spPr>
          <a:xfrm>
            <a:off x="5714679" y="2605951"/>
            <a:ext cx="3355363" cy="1646097"/>
          </a:xfrm>
          <a:prstGeom prst="rect">
            <a:avLst/>
          </a:prstGeom>
        </p:spPr>
      </p:pic>
      <p:pic>
        <p:nvPicPr>
          <p:cNvPr id="21" name="Picture 20">
            <a:extLst>
              <a:ext uri="{FF2B5EF4-FFF2-40B4-BE49-F238E27FC236}">
                <a16:creationId xmlns:a16="http://schemas.microsoft.com/office/drawing/2014/main" id="{C8CB233D-8E9C-61C4-5026-270019953092}"/>
              </a:ext>
            </a:extLst>
          </p:cNvPr>
          <p:cNvPicPr>
            <a:picLocks noChangeAspect="1"/>
          </p:cNvPicPr>
          <p:nvPr/>
        </p:nvPicPr>
        <p:blipFill>
          <a:blip r:embed="rId5"/>
          <a:stretch>
            <a:fillRect/>
          </a:stretch>
        </p:blipFill>
        <p:spPr>
          <a:xfrm>
            <a:off x="7261411" y="3591148"/>
            <a:ext cx="4200106" cy="2243449"/>
          </a:xfrm>
          <a:prstGeom prst="rect">
            <a:avLst/>
          </a:prstGeom>
        </p:spPr>
      </p:pic>
    </p:spTree>
    <p:extLst>
      <p:ext uri="{BB962C8B-B14F-4D97-AF65-F5344CB8AC3E}">
        <p14:creationId xmlns:p14="http://schemas.microsoft.com/office/powerpoint/2010/main" val="4148317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B13E3-CF70-566F-2EEE-DD8F1AEA22EF}"/>
              </a:ext>
            </a:extLst>
          </p:cNvPr>
          <p:cNvSpPr>
            <a:spLocks noGrp="1"/>
          </p:cNvSpPr>
          <p:nvPr>
            <p:ph type="title"/>
          </p:nvPr>
        </p:nvSpPr>
        <p:spPr/>
        <p:txBody>
          <a:bodyPr/>
          <a:lstStyle/>
          <a:p>
            <a:r>
              <a:rPr lang="en-US">
                <a:latin typeface="Arial"/>
                <a:cs typeface="Arial"/>
              </a:rPr>
              <a:t>Page details</a:t>
            </a:r>
            <a:endParaRPr lang="en-US"/>
          </a:p>
        </p:txBody>
      </p:sp>
      <p:sp>
        <p:nvSpPr>
          <p:cNvPr id="3" name="Text Placeholder 2">
            <a:extLst>
              <a:ext uri="{FF2B5EF4-FFF2-40B4-BE49-F238E27FC236}">
                <a16:creationId xmlns:a16="http://schemas.microsoft.com/office/drawing/2014/main" id="{539F5F19-0C41-BD3F-DB48-DBDA6CFAB001}"/>
              </a:ext>
            </a:extLst>
          </p:cNvPr>
          <p:cNvSpPr>
            <a:spLocks noGrp="1"/>
          </p:cNvSpPr>
          <p:nvPr>
            <p:ph type="body" sz="quarter" idx="18"/>
          </p:nvPr>
        </p:nvSpPr>
        <p:spPr>
          <a:xfrm>
            <a:off x="435098" y="5708217"/>
            <a:ext cx="11752742" cy="785764"/>
          </a:xfrm>
        </p:spPr>
        <p:txBody>
          <a:bodyPr vert="horz" lIns="0" tIns="0" rIns="0" bIns="0" rtlCol="0" anchor="t">
            <a:normAutofit fontScale="70000" lnSpcReduction="20000"/>
          </a:bodyPr>
          <a:lstStyle/>
          <a:p>
            <a:r>
              <a:rPr lang="en-US">
                <a:latin typeface="Arial"/>
                <a:cs typeface="Arial"/>
              </a:rPr>
              <a:t>Reference pages : </a:t>
            </a:r>
            <a:endParaRPr lang="en-US"/>
          </a:p>
          <a:p>
            <a:pPr marL="342900" indent="-342900">
              <a:buAutoNum type="arabicPeriod"/>
            </a:pPr>
            <a:r>
              <a:rPr lang="en-US" b="0">
                <a:latin typeface="Arial"/>
                <a:cs typeface="Arial"/>
                <a:hlinkClick r:id="rId2"/>
              </a:rPr>
              <a:t>https://support.tpg.com.au/troubleshoot-no-connection-your-nbn-fttc</a:t>
            </a:r>
            <a:endParaRPr lang="en-US"/>
          </a:p>
          <a:p>
            <a:pPr marL="342900" indent="-342900">
              <a:buAutoNum type="arabicPeriod"/>
            </a:pPr>
            <a:r>
              <a:rPr lang="en-US" b="0">
                <a:latin typeface="Arial"/>
                <a:cs typeface="Arial"/>
              </a:rPr>
              <a:t>https://support.tpg.com.au/set-your-nbn-fttbn</a:t>
            </a:r>
          </a:p>
          <a:p>
            <a:pPr marL="342900" indent="-342900">
              <a:buAutoNum type="arabicPeriod"/>
            </a:pPr>
            <a:r>
              <a:rPr lang="en-US" b="0">
                <a:latin typeface="Arial"/>
                <a:cs typeface="Arial"/>
              </a:rPr>
              <a:t>https://devices.vodafone.com.au/apple/iphone-17-ios-26/getting-started/activate-your-phone/</a:t>
            </a:r>
          </a:p>
          <a:p>
            <a:pPr marL="342900" indent="-342900">
              <a:buAutoNum type="arabicPeriod"/>
            </a:pPr>
            <a:endParaRPr lang="en-US" b="0"/>
          </a:p>
        </p:txBody>
      </p:sp>
      <p:sp>
        <p:nvSpPr>
          <p:cNvPr id="4" name="Text Placeholder 3">
            <a:extLst>
              <a:ext uri="{FF2B5EF4-FFF2-40B4-BE49-F238E27FC236}">
                <a16:creationId xmlns:a16="http://schemas.microsoft.com/office/drawing/2014/main" id="{247BF26C-DA49-427C-4A38-A78FDCD19C91}"/>
              </a:ext>
            </a:extLst>
          </p:cNvPr>
          <p:cNvSpPr>
            <a:spLocks noGrp="1"/>
          </p:cNvSpPr>
          <p:nvPr>
            <p:ph type="body" sz="quarter" idx="19"/>
          </p:nvPr>
        </p:nvSpPr>
        <p:spPr>
          <a:xfrm>
            <a:off x="442913" y="458928"/>
            <a:ext cx="11295542" cy="349031"/>
          </a:xfrm>
        </p:spPr>
        <p:txBody>
          <a:bodyPr vert="horz" lIns="0" tIns="0" rIns="0" bIns="0" rtlCol="0" anchor="t">
            <a:normAutofit/>
          </a:bodyPr>
          <a:lstStyle/>
          <a:p>
            <a:r>
              <a:rPr lang="en-US">
                <a:latin typeface="Arial"/>
                <a:cs typeface="Arial"/>
              </a:rPr>
              <a:t>NBN supported content pages</a:t>
            </a:r>
            <a:endParaRPr lang="en-US"/>
          </a:p>
        </p:txBody>
      </p:sp>
      <p:sp>
        <p:nvSpPr>
          <p:cNvPr id="5" name="Slide Number Placeholder 4">
            <a:extLst>
              <a:ext uri="{FF2B5EF4-FFF2-40B4-BE49-F238E27FC236}">
                <a16:creationId xmlns:a16="http://schemas.microsoft.com/office/drawing/2014/main" id="{ED17E75C-4870-E1D0-7673-F96880E85939}"/>
              </a:ext>
            </a:extLst>
          </p:cNvPr>
          <p:cNvSpPr>
            <a:spLocks noGrp="1"/>
          </p:cNvSpPr>
          <p:nvPr>
            <p:ph type="sldNum" sz="quarter" idx="22"/>
          </p:nvPr>
        </p:nvSpPr>
        <p:spPr/>
        <p:txBody>
          <a:bodyPr/>
          <a:lstStyle/>
          <a:p>
            <a:fld id="{EF2F7A32-C1EA-4F7E-B0A2-7FCB5BFE90DE}" type="slidenum">
              <a:rPr lang="en-AU" smtClean="0"/>
              <a:pPr/>
              <a:t>3</a:t>
            </a:fld>
            <a:endParaRPr lang="en-AU"/>
          </a:p>
        </p:txBody>
      </p:sp>
      <p:graphicFrame>
        <p:nvGraphicFramePr>
          <p:cNvPr id="8" name="Table 7">
            <a:extLst>
              <a:ext uri="{FF2B5EF4-FFF2-40B4-BE49-F238E27FC236}">
                <a16:creationId xmlns:a16="http://schemas.microsoft.com/office/drawing/2014/main" id="{496AB232-61C1-6001-3CDD-A0219AD5FE83}"/>
              </a:ext>
            </a:extLst>
          </p:cNvPr>
          <p:cNvGraphicFramePr>
            <a:graphicFrameLocks noGrp="1"/>
          </p:cNvGraphicFramePr>
          <p:nvPr>
            <p:extLst>
              <p:ext uri="{D42A27DB-BD31-4B8C-83A1-F6EECF244321}">
                <p14:modId xmlns:p14="http://schemas.microsoft.com/office/powerpoint/2010/main" val="3543404989"/>
              </p:ext>
            </p:extLst>
          </p:nvPr>
        </p:nvGraphicFramePr>
        <p:xfrm>
          <a:off x="443696" y="800459"/>
          <a:ext cx="11507342" cy="4709332"/>
        </p:xfrm>
        <a:graphic>
          <a:graphicData uri="http://schemas.openxmlformats.org/drawingml/2006/table">
            <a:tbl>
              <a:tblPr firstRow="1" bandRow="1">
                <a:tableStyleId>{5C22544A-7EE6-4342-B048-85BDC9FD1C3A}</a:tableStyleId>
              </a:tblPr>
              <a:tblGrid>
                <a:gridCol w="761639">
                  <a:extLst>
                    <a:ext uri="{9D8B030D-6E8A-4147-A177-3AD203B41FA5}">
                      <a16:colId xmlns:a16="http://schemas.microsoft.com/office/drawing/2014/main" val="3533339625"/>
                    </a:ext>
                  </a:extLst>
                </a:gridCol>
                <a:gridCol w="2576994">
                  <a:extLst>
                    <a:ext uri="{9D8B030D-6E8A-4147-A177-3AD203B41FA5}">
                      <a16:colId xmlns:a16="http://schemas.microsoft.com/office/drawing/2014/main" val="2841084716"/>
                    </a:ext>
                  </a:extLst>
                </a:gridCol>
                <a:gridCol w="6522244">
                  <a:extLst>
                    <a:ext uri="{9D8B030D-6E8A-4147-A177-3AD203B41FA5}">
                      <a16:colId xmlns:a16="http://schemas.microsoft.com/office/drawing/2014/main" val="394529587"/>
                    </a:ext>
                  </a:extLst>
                </a:gridCol>
                <a:gridCol w="1646465">
                  <a:extLst>
                    <a:ext uri="{9D8B030D-6E8A-4147-A177-3AD203B41FA5}">
                      <a16:colId xmlns:a16="http://schemas.microsoft.com/office/drawing/2014/main" val="2980345171"/>
                    </a:ext>
                  </a:extLst>
                </a:gridCol>
              </a:tblGrid>
              <a:tr h="300037">
                <a:tc>
                  <a:txBody>
                    <a:bodyPr/>
                    <a:lstStyle/>
                    <a:p>
                      <a:r>
                        <a:rPr lang="en-US" sz="1100" dirty="0">
                          <a:latin typeface="Arial"/>
                          <a:cs typeface="Arial"/>
                        </a:rPr>
                        <a:t>#</a:t>
                      </a:r>
                    </a:p>
                  </a:txBody>
                  <a:tcPr>
                    <a:lnB w="12700">
                      <a:solidFill>
                        <a:schemeClr val="tx1"/>
                      </a:solidFill>
                    </a:lnB>
                    <a:solidFill>
                      <a:schemeClr val="tx1">
                        <a:lumMod val="90000"/>
                        <a:lumOff val="10000"/>
                      </a:schemeClr>
                    </a:solidFill>
                  </a:tcPr>
                </a:tc>
                <a:tc>
                  <a:txBody>
                    <a:bodyPr/>
                    <a:lstStyle/>
                    <a:p>
                      <a:r>
                        <a:rPr lang="en-US" sz="1100" dirty="0">
                          <a:latin typeface="Arial"/>
                          <a:cs typeface="Arial"/>
                        </a:rPr>
                        <a:t>Page Name</a:t>
                      </a:r>
                    </a:p>
                  </a:txBody>
                  <a:tcPr>
                    <a:lnB w="12700">
                      <a:solidFill>
                        <a:schemeClr val="tx1"/>
                      </a:solidFill>
                    </a:lnB>
                    <a:solidFill>
                      <a:schemeClr val="tx1">
                        <a:lumMod val="90000"/>
                        <a:lumOff val="10000"/>
                      </a:schemeClr>
                    </a:solidFill>
                  </a:tcPr>
                </a:tc>
                <a:tc>
                  <a:txBody>
                    <a:bodyPr/>
                    <a:lstStyle/>
                    <a:p>
                      <a:r>
                        <a:rPr lang="en-US" sz="1100" dirty="0">
                          <a:latin typeface="Arial"/>
                          <a:cs typeface="Arial"/>
                        </a:rPr>
                        <a:t>Link</a:t>
                      </a:r>
                    </a:p>
                  </a:txBody>
                  <a:tcPr>
                    <a:lnB w="12700">
                      <a:solidFill>
                        <a:schemeClr val="tx1"/>
                      </a:solidFill>
                    </a:lnB>
                    <a:solidFill>
                      <a:schemeClr val="tx1">
                        <a:lumMod val="90000"/>
                        <a:lumOff val="10000"/>
                      </a:schemeClr>
                    </a:solidFill>
                  </a:tcPr>
                </a:tc>
                <a:tc>
                  <a:txBody>
                    <a:bodyPr/>
                    <a:lstStyle/>
                    <a:p>
                      <a:r>
                        <a:rPr lang="en-US" sz="1100" dirty="0">
                          <a:latin typeface="Arial"/>
                          <a:cs typeface="Arial"/>
                        </a:rPr>
                        <a:t>Views in last 75 days</a:t>
                      </a:r>
                    </a:p>
                  </a:txBody>
                  <a:tcPr>
                    <a:lnB w="12700">
                      <a:solidFill>
                        <a:schemeClr val="tx1"/>
                      </a:solidFill>
                    </a:lnB>
                    <a:solidFill>
                      <a:schemeClr val="tx1">
                        <a:lumMod val="90000"/>
                        <a:lumOff val="10000"/>
                      </a:schemeClr>
                    </a:solidFill>
                  </a:tcPr>
                </a:tc>
                <a:extLst>
                  <a:ext uri="{0D108BD9-81ED-4DB2-BD59-A6C34878D82A}">
                    <a16:rowId xmlns:a16="http://schemas.microsoft.com/office/drawing/2014/main" val="759607476"/>
                  </a:ext>
                </a:extLst>
              </a:tr>
              <a:tr h="457801">
                <a:tc>
                  <a:txBody>
                    <a:bodyPr/>
                    <a:lstStyle/>
                    <a:p>
                      <a:r>
                        <a:rPr lang="en-US" sz="1100" dirty="0">
                          <a:solidFill>
                            <a:schemeClr val="tx1"/>
                          </a:solidFill>
                          <a:latin typeface="Arial"/>
                          <a:cs typeface="Arial"/>
                        </a:rPr>
                        <a:t>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sz="1100" dirty="0">
                          <a:solidFill>
                            <a:schemeClr val="tx1"/>
                          </a:solidFill>
                          <a:latin typeface="Arial"/>
                          <a:cs typeface="Arial"/>
                        </a:rPr>
                        <a:t>Installation</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rPr>
                        <a:t>https://www.vodafone.com.au/support/home-internet/nbn-installation</a:t>
                      </a:r>
                      <a:endParaRPr lang="en-US" sz="12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sz="1200" dirty="0">
                          <a:solidFill>
                            <a:schemeClr val="tx1"/>
                          </a:solidFill>
                          <a:latin typeface="Arial"/>
                          <a:cs typeface="Arial"/>
                        </a:rPr>
                        <a:t>4921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999108751"/>
                  </a:ext>
                </a:extLst>
              </a:tr>
              <a:tr h="428266">
                <a:tc>
                  <a:txBody>
                    <a:bodyPr/>
                    <a:lstStyle/>
                    <a:p>
                      <a:r>
                        <a:rPr lang="en-US" sz="1100" dirty="0">
                          <a:solidFill>
                            <a:schemeClr val="tx1"/>
                          </a:solidFill>
                          <a:latin typeface="Arial"/>
                          <a:cs typeface="Arial"/>
                        </a:rPr>
                        <a:t>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dirty="0">
                          <a:solidFill>
                            <a:schemeClr val="tx1"/>
                          </a:solidFill>
                          <a:latin typeface="Arial"/>
                          <a:cs typeface="Arial"/>
                        </a:rPr>
                        <a:t>NBN AVC ID</a:t>
                      </a:r>
                      <a:endParaRPr lang="en-US" sz="11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rPr>
                        <a:t>https://www.vodafone.com.au/support/home-internet/nbn-avc-id</a:t>
                      </a:r>
                      <a:endParaRPr lang="en-US" sz="12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sz="1200" dirty="0">
                          <a:solidFill>
                            <a:schemeClr val="tx1"/>
                          </a:solidFill>
                          <a:latin typeface="Arial"/>
                          <a:cs typeface="Arial"/>
                        </a:rPr>
                        <a:t>763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658491785"/>
                  </a:ext>
                </a:extLst>
              </a:tr>
              <a:tr h="502104">
                <a:tc>
                  <a:txBody>
                    <a:bodyPr/>
                    <a:lstStyle/>
                    <a:p>
                      <a:r>
                        <a:rPr lang="en-US" sz="1100" dirty="0">
                          <a:solidFill>
                            <a:schemeClr val="tx1"/>
                          </a:solidFill>
                          <a:latin typeface="Arial"/>
                          <a:cs typeface="Arial"/>
                        </a:rPr>
                        <a:t>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dirty="0">
                          <a:solidFill>
                            <a:schemeClr val="tx1"/>
                          </a:solidFill>
                          <a:latin typeface="Arial"/>
                          <a:cs typeface="Arial"/>
                        </a:rPr>
                        <a:t>Set up Modem</a:t>
                      </a:r>
                      <a:endParaRPr lang="en-US" sz="11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hlinkClick r:id="rId3">
                            <a:extLst>
                              <a:ext uri="{A12FA001-AC4F-418D-AE19-62706E023703}">
                                <ahyp:hlinkClr xmlns:ahyp="http://schemas.microsoft.com/office/drawing/2018/hyperlinkcolor" val="tx"/>
                              </a:ext>
                            </a:extLst>
                          </a:hlinkClick>
                        </a:rPr>
                        <a:t>https://www.vodafone.com.au/support/home-internet/nbn-modems</a:t>
                      </a:r>
                      <a:endParaRPr lang="en-US" sz="1200" dirty="0">
                        <a:solidFill>
                          <a:schemeClr val="tx1"/>
                        </a:solidFill>
                        <a:latin typeface="Arial"/>
                        <a:cs typeface="Arial"/>
                        <a:hlinkClick r:id="rId3">
                          <a:extLst>
                            <a:ext uri="{A12FA001-AC4F-418D-AE19-62706E023703}">
                              <ahyp:hlinkClr xmlns:ahyp="http://schemas.microsoft.com/office/drawing/2018/hyperlinkcolor" val="tx"/>
                            </a:ext>
                          </a:extLst>
                        </a:hlinkClick>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rowSpan="2">
                  <a:txBody>
                    <a:bodyPr/>
                    <a:lstStyle/>
                    <a:p>
                      <a:pPr lvl="0">
                        <a:buNone/>
                      </a:pPr>
                      <a:r>
                        <a:rPr lang="en-US" sz="1200" b="0" i="0" u="none" strike="noStrike" noProof="0" dirty="0">
                          <a:solidFill>
                            <a:schemeClr val="tx1"/>
                          </a:solidFill>
                          <a:latin typeface="Arial"/>
                          <a:cs typeface="Arial"/>
                        </a:rPr>
                        <a:t>67760</a:t>
                      </a:r>
                      <a:endParaRPr lang="en-US" sz="12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81854280"/>
                  </a:ext>
                </a:extLst>
              </a:tr>
              <a:tr h="472569">
                <a:tc>
                  <a:txBody>
                    <a:bodyPr/>
                    <a:lstStyle/>
                    <a:p>
                      <a:r>
                        <a:rPr lang="en-US" sz="1100" dirty="0">
                          <a:solidFill>
                            <a:schemeClr val="tx1"/>
                          </a:solidFill>
                          <a:latin typeface="Arial"/>
                          <a:cs typeface="Arial"/>
                        </a:rPr>
                        <a:t>4.</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dirty="0">
                          <a:solidFill>
                            <a:schemeClr val="tx1"/>
                          </a:solidFill>
                          <a:latin typeface="Arial"/>
                          <a:cs typeface="Arial"/>
                        </a:rPr>
                        <a:t>Compatible Modem(BYO)</a:t>
                      </a:r>
                      <a:endParaRPr lang="en-US" sz="11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hlinkClick r:id="rId4">
                            <a:extLst>
                              <a:ext uri="{A12FA001-AC4F-418D-AE19-62706E023703}">
                                <ahyp:hlinkClr xmlns:ahyp="http://schemas.microsoft.com/office/drawing/2018/hyperlinkcolor" val="tx"/>
                              </a:ext>
                            </a:extLst>
                          </a:hlinkClick>
                        </a:rPr>
                        <a:t>https://www.vodafone.com.au/support/home-internet/nbn-compatible-modem</a:t>
                      </a:r>
                      <a:endParaRPr lang="en-US" sz="1200" dirty="0">
                        <a:solidFill>
                          <a:schemeClr val="tx1"/>
                        </a:solidFill>
                        <a:latin typeface="Arial"/>
                        <a:cs typeface="Arial"/>
                        <a:hlinkClick r:id="rId4">
                          <a:extLst>
                            <a:ext uri="{A12FA001-AC4F-418D-AE19-62706E023703}">
                              <ahyp:hlinkClr xmlns:ahyp="http://schemas.microsoft.com/office/drawing/2018/hyperlinkcolor" val="tx"/>
                            </a:ext>
                          </a:extLst>
                        </a:hlinkClick>
                      </a:endParaRPr>
                    </a:p>
                  </a:txBody>
                  <a:tcPr>
                    <a:lnL w="12700">
                      <a:solidFill>
                        <a:schemeClr val="tx1"/>
                      </a:solidFill>
                    </a:lnL>
                    <a:lnR w="0">
                      <a:noFill/>
                    </a:lnR>
                    <a:lnT w="12700">
                      <a:solidFill>
                        <a:schemeClr val="tx1"/>
                      </a:solidFill>
                    </a:lnT>
                    <a:lnB w="12700">
                      <a:solidFill>
                        <a:schemeClr val="tx1"/>
                      </a:solidFill>
                    </a:lnB>
                    <a:solidFill>
                      <a:schemeClr val="bg1"/>
                    </a:solidFill>
                  </a:tcPr>
                </a:tc>
                <a:tc vMerge="1">
                  <a:txBody>
                    <a:bodyPr/>
                    <a:lstStyle/>
                    <a:p>
                      <a:endParaRPr lang="en-US"/>
                    </a:p>
                  </a:txBody>
                  <a:tcPr/>
                </a:tc>
                <a:extLst>
                  <a:ext uri="{0D108BD9-81ED-4DB2-BD59-A6C34878D82A}">
                    <a16:rowId xmlns:a16="http://schemas.microsoft.com/office/drawing/2014/main" val="776282028"/>
                  </a:ext>
                </a:extLst>
              </a:tr>
              <a:tr h="443033">
                <a:tc>
                  <a:txBody>
                    <a:bodyPr/>
                    <a:lstStyle/>
                    <a:p>
                      <a:r>
                        <a:rPr lang="en-US" sz="1100" dirty="0">
                          <a:solidFill>
                            <a:schemeClr val="tx1"/>
                          </a:solidFill>
                          <a:latin typeface="Arial"/>
                          <a:cs typeface="Arial"/>
                        </a:rPr>
                        <a:t>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dirty="0">
                          <a:solidFill>
                            <a:schemeClr val="tx1"/>
                          </a:solidFill>
                          <a:latin typeface="Arial"/>
                          <a:cs typeface="Arial"/>
                        </a:rPr>
                        <a:t>NBN Troubleshooting</a:t>
                      </a:r>
                      <a:endParaRPr lang="en-US" sz="11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hlinkClick r:id="rId5">
                            <a:extLst>
                              <a:ext uri="{A12FA001-AC4F-418D-AE19-62706E023703}">
                                <ahyp:hlinkClr xmlns:ahyp="http://schemas.microsoft.com/office/drawing/2018/hyperlinkcolor" val="tx"/>
                              </a:ext>
                            </a:extLst>
                          </a:hlinkClick>
                        </a:rPr>
                        <a:t>https://www.vodafone.com.au/support/home-internet/nbn-troubleshooting</a:t>
                      </a:r>
                      <a:endParaRPr lang="en-US" sz="1200" dirty="0">
                        <a:solidFill>
                          <a:schemeClr val="tx1"/>
                        </a:solidFill>
                        <a:latin typeface="Arial"/>
                        <a:cs typeface="Arial"/>
                        <a:hlinkClick r:id="rId5">
                          <a:extLst>
                            <a:ext uri="{A12FA001-AC4F-418D-AE19-62706E023703}">
                              <ahyp:hlinkClr xmlns:ahyp="http://schemas.microsoft.com/office/drawing/2018/hyperlinkcolor" val="tx"/>
                            </a:ext>
                          </a:extLst>
                        </a:hlinkClick>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rPr>
                        <a:t>18750</a:t>
                      </a:r>
                      <a:endParaRPr lang="en-US" sz="12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164894"/>
                  </a:ext>
                </a:extLst>
              </a:tr>
              <a:tr h="575943">
                <a:tc>
                  <a:txBody>
                    <a:bodyPr/>
                    <a:lstStyle/>
                    <a:p>
                      <a:pPr lvl="0">
                        <a:buNone/>
                      </a:pPr>
                      <a:r>
                        <a:rPr lang="en-US" sz="1100" dirty="0">
                          <a:solidFill>
                            <a:schemeClr val="tx1"/>
                          </a:solidFill>
                          <a:latin typeface="Arial"/>
                          <a:cs typeface="Arial"/>
                        </a:rPr>
                        <a:t>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dirty="0">
                          <a:solidFill>
                            <a:schemeClr val="tx1"/>
                          </a:solidFill>
                          <a:latin typeface="Arial"/>
                          <a:cs typeface="Arial"/>
                        </a:rPr>
                        <a:t>Speed guide</a:t>
                      </a:r>
                    </a:p>
                    <a:p>
                      <a:pPr lvl="0">
                        <a:buNone/>
                      </a:pPr>
                      <a:r>
                        <a:rPr lang="en-US" sz="1100" b="0" i="0" u="none" strike="noStrike" noProof="0" dirty="0">
                          <a:solidFill>
                            <a:schemeClr val="tx1"/>
                          </a:solidFill>
                          <a:latin typeface="Arial"/>
                          <a:cs typeface="Arial"/>
                        </a:rPr>
                        <a:t>Maximize your speed</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hlinkClick r:id="rId6">
                            <a:extLst>
                              <a:ext uri="{A12FA001-AC4F-418D-AE19-62706E023703}">
                                <ahyp:hlinkClr xmlns:ahyp="http://schemas.microsoft.com/office/drawing/2018/hyperlinkcolor" val="tx"/>
                              </a:ext>
                            </a:extLst>
                          </a:hlinkClick>
                        </a:rPr>
                        <a:t>https://www.vodafone.com.au/support/home-internet/nbn-speed-guide</a:t>
                      </a:r>
                    </a:p>
                    <a:p>
                      <a:pPr lvl="0">
                        <a:buNone/>
                      </a:pPr>
                      <a:r>
                        <a:rPr lang="en-US" sz="1200" b="0" i="0" u="none" strike="noStrike" noProof="0" dirty="0">
                          <a:solidFill>
                            <a:schemeClr val="tx1"/>
                          </a:solidFill>
                          <a:latin typeface="Arial"/>
                          <a:cs typeface="Arial"/>
                        </a:rPr>
                        <a:t>https://www.vodafone.com.au/support/device/maximise-wifi-speeds-at-home</a:t>
                      </a:r>
                      <a:endParaRPr lang="en-US" sz="12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dirty="0">
                          <a:solidFill>
                            <a:schemeClr val="tx1"/>
                          </a:solidFill>
                          <a:latin typeface="Arial"/>
                          <a:cs typeface="Arial"/>
                        </a:rPr>
                        <a:t>2481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427267172"/>
                  </a:ext>
                </a:extLst>
              </a:tr>
              <a:tr h="324890">
                <a:tc>
                  <a:txBody>
                    <a:bodyPr/>
                    <a:lstStyle/>
                    <a:p>
                      <a:pPr lvl="0">
                        <a:buNone/>
                      </a:pPr>
                      <a:r>
                        <a:rPr lang="en-US" sz="1100" dirty="0">
                          <a:solidFill>
                            <a:schemeClr val="tx1"/>
                          </a:solidFill>
                          <a:latin typeface="Arial"/>
                          <a:cs typeface="Arial"/>
                        </a:rPr>
                        <a:t>7.</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dirty="0">
                          <a:solidFill>
                            <a:schemeClr val="tx1"/>
                          </a:solidFill>
                          <a:latin typeface="Arial"/>
                          <a:cs typeface="Arial"/>
                        </a:rPr>
                        <a:t>NBN Fiber upgrade</a:t>
                      </a:r>
                      <a:endParaRPr lang="en-US" sz="11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hlinkClick r:id="rId7">
                            <a:extLst>
                              <a:ext uri="{A12FA001-AC4F-418D-AE19-62706E023703}">
                                <ahyp:hlinkClr xmlns:ahyp="http://schemas.microsoft.com/office/drawing/2018/hyperlinkcolor" val="tx"/>
                              </a:ext>
                            </a:extLst>
                          </a:hlinkClick>
                        </a:rPr>
                        <a:t>https://www.vodafone.com.au/support/nbn/fibre-upgrade</a:t>
                      </a:r>
                      <a:endParaRPr lang="en-US" sz="1200" dirty="0">
                        <a:solidFill>
                          <a:schemeClr val="tx1"/>
                        </a:solidFill>
                        <a:latin typeface="Arial"/>
                        <a:cs typeface="Arial"/>
                        <a:hlinkClick r:id="rId7">
                          <a:extLst>
                            <a:ext uri="{A12FA001-AC4F-418D-AE19-62706E023703}">
                              <ahyp:hlinkClr xmlns:ahyp="http://schemas.microsoft.com/office/drawing/2018/hyperlinkcolor" val="tx"/>
                            </a:ext>
                          </a:extLst>
                        </a:hlinkClick>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dirty="0">
                          <a:solidFill>
                            <a:schemeClr val="tx1"/>
                          </a:solidFill>
                          <a:latin typeface="Arial"/>
                          <a:cs typeface="Arial"/>
                        </a:rPr>
                        <a:t>16983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47587094"/>
                  </a:ext>
                </a:extLst>
              </a:tr>
              <a:tr h="271462">
                <a:tc>
                  <a:txBody>
                    <a:bodyPr/>
                    <a:lstStyle/>
                    <a:p>
                      <a:pPr lvl="0">
                        <a:buNone/>
                      </a:pPr>
                      <a:r>
                        <a:rPr lang="en-US" sz="1100" dirty="0">
                          <a:solidFill>
                            <a:schemeClr val="tx1"/>
                          </a:solidFill>
                          <a:latin typeface="Arial"/>
                          <a:cs typeface="Arial"/>
                        </a:rPr>
                        <a:t>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dirty="0">
                          <a:solidFill>
                            <a:schemeClr val="tx1"/>
                          </a:solidFill>
                          <a:latin typeface="Arial"/>
                          <a:cs typeface="Arial"/>
                        </a:rPr>
                        <a:t>Move Home/Change address</a:t>
                      </a:r>
                      <a:endParaRPr lang="en-US" sz="11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rPr>
                        <a:t>https://www.vodafone.com.au/support/home-internet/change-address</a:t>
                      </a:r>
                      <a:endParaRPr lang="en-US" sz="12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dirty="0">
                          <a:solidFill>
                            <a:schemeClr val="tx1"/>
                          </a:solidFill>
                          <a:latin typeface="Arial"/>
                          <a:cs typeface="Arial"/>
                        </a:rPr>
                        <a:t>7459</a:t>
                      </a:r>
                      <a:endParaRPr lang="en-US" sz="12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62260149"/>
                  </a:ext>
                </a:extLst>
              </a:tr>
              <a:tr h="280587">
                <a:tc>
                  <a:txBody>
                    <a:bodyPr/>
                    <a:lstStyle/>
                    <a:p>
                      <a:pPr lvl="0">
                        <a:buNone/>
                      </a:pPr>
                      <a:r>
                        <a:rPr lang="en-US" sz="1100" dirty="0">
                          <a:solidFill>
                            <a:schemeClr val="tx1"/>
                          </a:solidFill>
                          <a:latin typeface="Arial"/>
                          <a:cs typeface="Arial"/>
                        </a:rPr>
                        <a:t>9.</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100" b="0" i="0" u="none" strike="noStrike" noProof="0" dirty="0">
                          <a:solidFill>
                            <a:schemeClr val="tx1"/>
                          </a:solidFill>
                          <a:latin typeface="Arial"/>
                          <a:cs typeface="Arial"/>
                        </a:rPr>
                        <a:t>NBN offline</a:t>
                      </a:r>
                      <a:endParaRPr lang="en-US" sz="11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b="0" i="0" u="none" strike="noStrike" noProof="0" dirty="0">
                          <a:solidFill>
                            <a:schemeClr val="tx1"/>
                          </a:solidFill>
                          <a:latin typeface="Arial"/>
                          <a:cs typeface="Arial"/>
                          <a:hlinkClick r:id="rId8">
                            <a:extLst>
                              <a:ext uri="{A12FA001-AC4F-418D-AE19-62706E023703}">
                                <ahyp:hlinkClr xmlns:ahyp="http://schemas.microsoft.com/office/drawing/2018/hyperlinkcolor" val="tx"/>
                              </a:ext>
                            </a:extLst>
                          </a:hlinkClick>
                        </a:rPr>
                        <a:t>https://www.vodafone.com.au/support/home-internet/nbn-offline?tabs=nbn</a:t>
                      </a:r>
                      <a:endParaRPr lang="en-US" sz="1200" dirty="0">
                        <a:solidFill>
                          <a:schemeClr val="tx1"/>
                        </a:solidFill>
                        <a:latin typeface="Arial"/>
                        <a:cs typeface="Arial"/>
                        <a:hlinkClick r:id="rId8">
                          <a:extLst>
                            <a:ext uri="{A12FA001-AC4F-418D-AE19-62706E023703}">
                              <ahyp:hlinkClr xmlns:ahyp="http://schemas.microsoft.com/office/drawing/2018/hyperlinkcolor" val="tx"/>
                            </a:ext>
                          </a:extLst>
                        </a:hlinkClick>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b="0" i="0" u="none" strike="noStrike" noProof="0" dirty="0">
                          <a:solidFill>
                            <a:schemeClr val="tx1"/>
                          </a:solidFill>
                          <a:latin typeface="Arial"/>
                          <a:cs typeface="Arial"/>
                        </a:rPr>
                        <a:t>7739</a:t>
                      </a:r>
                      <a:endParaRPr lang="en-US" sz="12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9280812"/>
                  </a:ext>
                </a:extLst>
              </a:tr>
              <a:tr h="649782">
                <a:tc>
                  <a:txBody>
                    <a:bodyPr/>
                    <a:lstStyle/>
                    <a:p>
                      <a:pPr lvl="0">
                        <a:buNone/>
                      </a:pPr>
                      <a:r>
                        <a:rPr lang="en-US" sz="1100" dirty="0">
                          <a:solidFill>
                            <a:schemeClr val="tx1"/>
                          </a:solidFill>
                          <a:latin typeface="Arial"/>
                          <a:cs typeface="Arial"/>
                        </a:rPr>
                        <a:t>10.</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100" b="0" i="0" u="none" strike="noStrike" noProof="0" dirty="0">
                          <a:solidFill>
                            <a:schemeClr val="tx1"/>
                          </a:solidFill>
                          <a:latin typeface="Arial"/>
                          <a:cs typeface="Arial"/>
                        </a:rPr>
                        <a:t>Information, Main page</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b="0" i="0" u="none" strike="noStrike" noProof="0" dirty="0">
                          <a:solidFill>
                            <a:schemeClr val="tx1"/>
                          </a:solidFill>
                          <a:latin typeface="Arial"/>
                          <a:cs typeface="Arial"/>
                          <a:hlinkClick r:id="rId9">
                            <a:extLst>
                              <a:ext uri="{A12FA001-AC4F-418D-AE19-62706E023703}">
                                <ahyp:hlinkClr xmlns:ahyp="http://schemas.microsoft.com/office/drawing/2018/hyperlinkcolor" val="tx"/>
                              </a:ext>
                            </a:extLst>
                          </a:hlinkClick>
                        </a:rPr>
                        <a:t>https://www.vodafone.com.au/support/home-internet/nbn-connections</a:t>
                      </a:r>
                      <a:endParaRPr lang="en-US" sz="1200" dirty="0">
                        <a:solidFill>
                          <a:schemeClr val="tx1"/>
                        </a:solidFill>
                        <a:latin typeface="Arial"/>
                        <a:cs typeface="Arial"/>
                        <a:hlinkClick r:id="rId9">
                          <a:extLst>
                            <a:ext uri="{A12FA001-AC4F-418D-AE19-62706E023703}">
                              <ahyp:hlinkClr xmlns:ahyp="http://schemas.microsoft.com/office/drawing/2018/hyperlinkcolor" val="tx"/>
                            </a:ext>
                          </a:extLst>
                        </a:hlinkClick>
                      </a:endParaRPr>
                    </a:p>
                    <a:p>
                      <a:pPr lvl="0">
                        <a:buNone/>
                      </a:pPr>
                      <a:r>
                        <a:rPr lang="en-US" sz="1200" b="0" i="0" u="none" strike="noStrike" noProof="0" dirty="0">
                          <a:solidFill>
                            <a:schemeClr val="tx1"/>
                          </a:solidFill>
                          <a:latin typeface="Arial"/>
                          <a:cs typeface="Arial"/>
                          <a:hlinkClick r:id="rId10">
                            <a:extLst>
                              <a:ext uri="{A12FA001-AC4F-418D-AE19-62706E023703}">
                                <ahyp:hlinkClr xmlns:ahyp="http://schemas.microsoft.com/office/drawing/2018/hyperlinkcolor" val="tx"/>
                              </a:ext>
                            </a:extLst>
                          </a:hlinkClick>
                        </a:rPr>
                        <a:t>www.vodafone.com.au/support/home-internet</a:t>
                      </a:r>
                    </a:p>
                    <a:p>
                      <a:pPr lvl="0">
                        <a:buNone/>
                      </a:pPr>
                      <a:r>
                        <a:rPr lang="en-US" sz="1200" b="0" i="0" u="none" strike="noStrike" noProof="0" dirty="0">
                          <a:solidFill>
                            <a:schemeClr val="tx1"/>
                          </a:solidFill>
                          <a:latin typeface="Arial"/>
                          <a:cs typeface="Arial"/>
                        </a:rPr>
                        <a:t>www.vodafone.com.au/support</a:t>
                      </a:r>
                      <a:endParaRPr lang="en-US" sz="1200" dirty="0">
                        <a:solidFill>
                          <a:schemeClr val="tx1"/>
                        </a:solidFill>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b="0" i="0" u="none" strike="noStrike" noProof="0" dirty="0">
                          <a:solidFill>
                            <a:schemeClr val="tx1"/>
                          </a:solidFill>
                          <a:latin typeface="Arial"/>
                          <a:cs typeface="Arial"/>
                        </a:rPr>
                        <a:t>118438</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2906001"/>
                  </a:ext>
                </a:extLst>
              </a:tr>
            </a:tbl>
          </a:graphicData>
        </a:graphic>
      </p:graphicFrame>
    </p:spTree>
    <p:extLst>
      <p:ext uri="{BB962C8B-B14F-4D97-AF65-F5344CB8AC3E}">
        <p14:creationId xmlns:p14="http://schemas.microsoft.com/office/powerpoint/2010/main" val="2162968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A638C-4D69-3A99-3EE5-F9DBAD42066E}"/>
              </a:ext>
            </a:extLst>
          </p:cNvPr>
          <p:cNvSpPr>
            <a:spLocks noGrp="1"/>
          </p:cNvSpPr>
          <p:nvPr>
            <p:ph type="title"/>
          </p:nvPr>
        </p:nvSpPr>
        <p:spPr/>
        <p:txBody>
          <a:bodyPr/>
          <a:lstStyle/>
          <a:p>
            <a:r>
              <a:rPr lang="en-US">
                <a:latin typeface="Arial"/>
                <a:cs typeface="Arial"/>
              </a:rPr>
              <a:t>Comms</a:t>
            </a:r>
            <a:endParaRPr lang="en-US"/>
          </a:p>
        </p:txBody>
      </p:sp>
      <p:sp>
        <p:nvSpPr>
          <p:cNvPr id="3" name="Text Placeholder 2">
            <a:extLst>
              <a:ext uri="{FF2B5EF4-FFF2-40B4-BE49-F238E27FC236}">
                <a16:creationId xmlns:a16="http://schemas.microsoft.com/office/drawing/2014/main" id="{35191967-6C1E-2EF8-2373-90723E48E7E5}"/>
              </a:ext>
            </a:extLst>
          </p:cNvPr>
          <p:cNvSpPr>
            <a:spLocks noGrp="1"/>
          </p:cNvSpPr>
          <p:nvPr>
            <p:ph type="body" sz="quarter" idx="18"/>
          </p:nvPr>
        </p:nvSpPr>
        <p:spPr>
          <a:xfrm>
            <a:off x="442913" y="963362"/>
            <a:ext cx="11295542" cy="5307148"/>
          </a:xfrm>
        </p:spPr>
        <p:txBody>
          <a:bodyPr vert="horz" lIns="0" tIns="0" rIns="0" bIns="0" rtlCol="0" anchor="t">
            <a:normAutofit/>
          </a:bodyPr>
          <a:lstStyle/>
          <a:p>
            <a:r>
              <a:rPr lang="en-US">
                <a:latin typeface="Arial"/>
                <a:cs typeface="Arial"/>
              </a:rPr>
              <a:t>Email &amp; SMS</a:t>
            </a:r>
            <a:endParaRPr lang="en-US"/>
          </a:p>
        </p:txBody>
      </p:sp>
      <p:sp>
        <p:nvSpPr>
          <p:cNvPr id="4" name="Text Placeholder 3">
            <a:extLst>
              <a:ext uri="{FF2B5EF4-FFF2-40B4-BE49-F238E27FC236}">
                <a16:creationId xmlns:a16="http://schemas.microsoft.com/office/drawing/2014/main" id="{0E0DD8DF-5BD3-712C-20F5-F27210D6A5D8}"/>
              </a:ext>
            </a:extLst>
          </p:cNvPr>
          <p:cNvSpPr>
            <a:spLocks noGrp="1"/>
          </p:cNvSpPr>
          <p:nvPr>
            <p:ph type="body" sz="quarter" idx="19"/>
          </p:nvPr>
        </p:nvSpPr>
        <p:spPr/>
        <p:txBody>
          <a:bodyPr vert="horz" lIns="0" tIns="0" rIns="0" bIns="0" rtlCol="0" anchor="t">
            <a:normAutofit/>
          </a:bodyPr>
          <a:lstStyle/>
          <a:p>
            <a:r>
              <a:rPr lang="en-US">
                <a:latin typeface="Arial"/>
                <a:cs typeface="Arial"/>
              </a:rPr>
              <a:t>Comms showcasing support links</a:t>
            </a:r>
            <a:endParaRPr lang="en-US"/>
          </a:p>
        </p:txBody>
      </p:sp>
      <p:sp>
        <p:nvSpPr>
          <p:cNvPr id="5" name="Slide Number Placeholder 4">
            <a:extLst>
              <a:ext uri="{FF2B5EF4-FFF2-40B4-BE49-F238E27FC236}">
                <a16:creationId xmlns:a16="http://schemas.microsoft.com/office/drawing/2014/main" id="{4A3DEBD6-183A-A83D-1E87-F568C3E66DA6}"/>
              </a:ext>
            </a:extLst>
          </p:cNvPr>
          <p:cNvSpPr>
            <a:spLocks noGrp="1"/>
          </p:cNvSpPr>
          <p:nvPr>
            <p:ph type="sldNum" sz="quarter" idx="22"/>
          </p:nvPr>
        </p:nvSpPr>
        <p:spPr/>
        <p:txBody>
          <a:bodyPr/>
          <a:lstStyle/>
          <a:p>
            <a:fld id="{EF2F7A32-C1EA-4F7E-B0A2-7FCB5BFE90DE}" type="slidenum">
              <a:rPr lang="en-AU" smtClean="0"/>
              <a:pPr/>
              <a:t>4</a:t>
            </a:fld>
            <a:endParaRPr lang="en-AU"/>
          </a:p>
        </p:txBody>
      </p:sp>
      <p:sp>
        <p:nvSpPr>
          <p:cNvPr id="6" name="Footer Placeholder 5">
            <a:extLst>
              <a:ext uri="{FF2B5EF4-FFF2-40B4-BE49-F238E27FC236}">
                <a16:creationId xmlns:a16="http://schemas.microsoft.com/office/drawing/2014/main" id="{07D0DBD3-19ED-0082-BCEC-1CADF8266075}"/>
              </a:ext>
            </a:extLst>
          </p:cNvPr>
          <p:cNvSpPr>
            <a:spLocks noGrp="1"/>
          </p:cNvSpPr>
          <p:nvPr>
            <p:ph type="ftr" sz="quarter" idx="21"/>
          </p:nvPr>
        </p:nvSpPr>
        <p:spPr/>
        <p:txBody>
          <a:bodyPr/>
          <a:lstStyle/>
          <a:p>
            <a:r>
              <a:rPr lang="en-AU"/>
              <a:t>Presentation Name</a:t>
            </a:r>
          </a:p>
        </p:txBody>
      </p:sp>
      <p:sp>
        <p:nvSpPr>
          <p:cNvPr id="7" name="Text Placeholder 6">
            <a:extLst>
              <a:ext uri="{FF2B5EF4-FFF2-40B4-BE49-F238E27FC236}">
                <a16:creationId xmlns:a16="http://schemas.microsoft.com/office/drawing/2014/main" id="{ACC5C2FE-C1AC-616D-4D78-08746CA4CA99}"/>
              </a:ext>
            </a:extLst>
          </p:cNvPr>
          <p:cNvSpPr>
            <a:spLocks noGrp="1"/>
          </p:cNvSpPr>
          <p:nvPr>
            <p:ph type="body" sz="quarter" idx="23"/>
          </p:nvPr>
        </p:nvSpPr>
        <p:spPr/>
        <p:txBody>
          <a:bodyPr/>
          <a:lstStyle/>
          <a:p>
            <a:endParaRPr lang="en-US"/>
          </a:p>
        </p:txBody>
      </p:sp>
      <p:pic>
        <p:nvPicPr>
          <p:cNvPr id="8" name="Picture 7" descr="A screenshot of a phone&#10;&#10;AI-generated content may be incorrect.">
            <a:extLst>
              <a:ext uri="{FF2B5EF4-FFF2-40B4-BE49-F238E27FC236}">
                <a16:creationId xmlns:a16="http://schemas.microsoft.com/office/drawing/2014/main" id="{CABB3548-B541-4202-EA72-EA6E3C3BA392}"/>
              </a:ext>
            </a:extLst>
          </p:cNvPr>
          <p:cNvPicPr>
            <a:picLocks noChangeAspect="1"/>
          </p:cNvPicPr>
          <p:nvPr/>
        </p:nvPicPr>
        <p:blipFill>
          <a:blip r:embed="rId2"/>
          <a:stretch>
            <a:fillRect/>
          </a:stretch>
        </p:blipFill>
        <p:spPr>
          <a:xfrm>
            <a:off x="6480548" y="2991204"/>
            <a:ext cx="2261686" cy="284251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227DC46B-D8A3-FA4C-D4D1-4A794F5B96DD}"/>
              </a:ext>
            </a:extLst>
          </p:cNvPr>
          <p:cNvPicPr>
            <a:picLocks noChangeAspect="1"/>
          </p:cNvPicPr>
          <p:nvPr/>
        </p:nvPicPr>
        <p:blipFill>
          <a:blip r:embed="rId3"/>
          <a:stretch>
            <a:fillRect/>
          </a:stretch>
        </p:blipFill>
        <p:spPr>
          <a:xfrm>
            <a:off x="667719" y="1306539"/>
            <a:ext cx="3740259" cy="4516142"/>
          </a:xfrm>
          <a:prstGeom prst="rect">
            <a:avLst/>
          </a:prstGeom>
        </p:spPr>
      </p:pic>
      <p:pic>
        <p:nvPicPr>
          <p:cNvPr id="10" name="Picture 9" descr="A screenshot of a phone&#10;&#10;AI-generated content may be incorrect.">
            <a:extLst>
              <a:ext uri="{FF2B5EF4-FFF2-40B4-BE49-F238E27FC236}">
                <a16:creationId xmlns:a16="http://schemas.microsoft.com/office/drawing/2014/main" id="{7C739F57-347E-3BAB-5D60-412E0DC4B9A9}"/>
              </a:ext>
            </a:extLst>
          </p:cNvPr>
          <p:cNvPicPr>
            <a:picLocks noChangeAspect="1"/>
          </p:cNvPicPr>
          <p:nvPr/>
        </p:nvPicPr>
        <p:blipFill>
          <a:blip r:embed="rId4"/>
          <a:stretch>
            <a:fillRect/>
          </a:stretch>
        </p:blipFill>
        <p:spPr>
          <a:xfrm>
            <a:off x="8887309" y="968805"/>
            <a:ext cx="2373179" cy="2789372"/>
          </a:xfrm>
          <a:prstGeom prst="rect">
            <a:avLst/>
          </a:prstGeom>
        </p:spPr>
      </p:pic>
      <p:pic>
        <p:nvPicPr>
          <p:cNvPr id="11" name="Picture 10" descr="A black and white text&#10;&#10;AI-generated content may be incorrect.">
            <a:extLst>
              <a:ext uri="{FF2B5EF4-FFF2-40B4-BE49-F238E27FC236}">
                <a16:creationId xmlns:a16="http://schemas.microsoft.com/office/drawing/2014/main" id="{7DC8A3DF-7FF1-86E5-3E01-64DC57606B2D}"/>
              </a:ext>
            </a:extLst>
          </p:cNvPr>
          <p:cNvPicPr>
            <a:picLocks noChangeAspect="1"/>
          </p:cNvPicPr>
          <p:nvPr/>
        </p:nvPicPr>
        <p:blipFill>
          <a:blip r:embed="rId5"/>
          <a:stretch>
            <a:fillRect/>
          </a:stretch>
        </p:blipFill>
        <p:spPr>
          <a:xfrm>
            <a:off x="5182407" y="1312028"/>
            <a:ext cx="3054135" cy="1134283"/>
          </a:xfrm>
          <a:prstGeom prst="rect">
            <a:avLst/>
          </a:prstGeom>
        </p:spPr>
      </p:pic>
    </p:spTree>
    <p:extLst>
      <p:ext uri="{BB962C8B-B14F-4D97-AF65-F5344CB8AC3E}">
        <p14:creationId xmlns:p14="http://schemas.microsoft.com/office/powerpoint/2010/main" val="9527883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3.xml><?xml version="1.0" encoding="utf-8"?>
<p:tagLst xmlns:a="http://schemas.openxmlformats.org/drawingml/2006/main" xmlns:r="http://schemas.openxmlformats.org/officeDocument/2006/relationships" xmlns:p="http://schemas.openxmlformats.org/presentationml/2006/main">
  <p:tag name="SHAPENAME" val="4. Footnote"/>
</p:tagLst>
</file>

<file path=ppt/tags/tag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xml><?xml version="1.0" encoding="utf-8"?>
<p:tagLst xmlns:a="http://schemas.openxmlformats.org/drawingml/2006/main" xmlns:r="http://schemas.openxmlformats.org/officeDocument/2006/relationships" xmlns:p="http://schemas.openxmlformats.org/presentationml/2006/main">
  <p:tag name="NAME" val="ACET"/>
</p:tagLst>
</file>

<file path=ppt/tags/tag6.xml><?xml version="1.0" encoding="utf-8"?>
<p:tagLst xmlns:a="http://schemas.openxmlformats.org/drawingml/2006/main" xmlns:r="http://schemas.openxmlformats.org/officeDocument/2006/relationships" xmlns:p="http://schemas.openxmlformats.org/presentationml/2006/main">
  <p:tag name="NAME" val="Moon"/>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ANGLE" val="5"/>
</p:tagLst>
</file>

<file path=ppt/tags/tag12.xml><?xml version="1.0" encoding="utf-8"?>
<p:tagLst xmlns:a="http://schemas.openxmlformats.org/drawingml/2006/main" xmlns:r="http://schemas.openxmlformats.org/officeDocument/2006/relationships" xmlns:p="http://schemas.openxmlformats.org/presentationml/2006/main">
  <p:tag name="ANGLE" val="5"/>
</p:tagLst>
</file>

<file path=ppt/tags/tag13.xml><?xml version="1.0" encoding="utf-8"?>
<p:tagLst xmlns:a="http://schemas.openxmlformats.org/drawingml/2006/main" xmlns:r="http://schemas.openxmlformats.org/officeDocument/2006/relationships" xmlns:p="http://schemas.openxmlformats.org/presentationml/2006/main">
  <p:tag name="ANGLE" val="4"/>
</p:tagLst>
</file>

<file path=ppt/tags/tag14.xml><?xml version="1.0" encoding="utf-8"?>
<p:tagLst xmlns:a="http://schemas.openxmlformats.org/drawingml/2006/main" xmlns:r="http://schemas.openxmlformats.org/officeDocument/2006/relationships" xmlns:p="http://schemas.openxmlformats.org/presentationml/2006/main">
  <p:tag name="ANGLE" val="4"/>
</p:tagLst>
</file>

<file path=ppt/tags/tag15.xml><?xml version="1.0" encoding="utf-8"?>
<p:tagLst xmlns:a="http://schemas.openxmlformats.org/drawingml/2006/main" xmlns:r="http://schemas.openxmlformats.org/officeDocument/2006/relationships" xmlns:p="http://schemas.openxmlformats.org/presentationml/2006/main">
  <p:tag name="ANGLE" val="3"/>
</p:tagLst>
</file>

<file path=ppt/tags/tag16.xml><?xml version="1.0" encoding="utf-8"?>
<p:tagLst xmlns:a="http://schemas.openxmlformats.org/drawingml/2006/main" xmlns:r="http://schemas.openxmlformats.org/officeDocument/2006/relationships" xmlns:p="http://schemas.openxmlformats.org/presentationml/2006/main">
  <p:tag name="ANGLE" val="3"/>
</p:tagLst>
</file>

<file path=ppt/tags/tag17.xml><?xml version="1.0" encoding="utf-8"?>
<p:tagLst xmlns:a="http://schemas.openxmlformats.org/drawingml/2006/main" xmlns:r="http://schemas.openxmlformats.org/officeDocument/2006/relationships" xmlns:p="http://schemas.openxmlformats.org/presentationml/2006/main">
  <p:tag name="ANGLE" val="2"/>
</p:tagLst>
</file>

<file path=ppt/tags/tag18.xml><?xml version="1.0" encoding="utf-8"?>
<p:tagLst xmlns:a="http://schemas.openxmlformats.org/drawingml/2006/main" xmlns:r="http://schemas.openxmlformats.org/officeDocument/2006/relationships" xmlns:p="http://schemas.openxmlformats.org/presentationml/2006/main">
  <p:tag name="ANGLE" val="2"/>
</p:tagLst>
</file>

<file path=ppt/tags/tag19.xml><?xml version="1.0" encoding="utf-8"?>
<p:tagLst xmlns:a="http://schemas.openxmlformats.org/drawingml/2006/main" xmlns:r="http://schemas.openxmlformats.org/officeDocument/2006/relationships" xmlns:p="http://schemas.openxmlformats.org/presentationml/2006/main">
  <p:tag name="ANGLE" val="1"/>
</p:tagLst>
</file>

<file path=ppt/tags/tag20.xml><?xml version="1.0" encoding="utf-8"?>
<p:tagLst xmlns:a="http://schemas.openxmlformats.org/drawingml/2006/main" xmlns:r="http://schemas.openxmlformats.org/officeDocument/2006/relationships" xmlns:p="http://schemas.openxmlformats.org/presentationml/2006/main">
  <p:tag name="ANGLE" val="1"/>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2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4.xml><?xml version="1.0" encoding="utf-8"?>
<p:tagLst xmlns:a="http://schemas.openxmlformats.org/drawingml/2006/main" xmlns:r="http://schemas.openxmlformats.org/officeDocument/2006/relationships" xmlns:p="http://schemas.openxmlformats.org/presentationml/2006/main">
  <p:tag name="SHAPENAME" val="Subtitle"/>
</p:tagLst>
</file>

<file path=ppt/tags/tag25.xml><?xml version="1.0" encoding="utf-8"?>
<p:tagLst xmlns:a="http://schemas.openxmlformats.org/drawingml/2006/main" xmlns:r="http://schemas.openxmlformats.org/officeDocument/2006/relationships" xmlns:p="http://schemas.openxmlformats.org/presentationml/2006/main">
  <p:tag name="SHAPENAME" val="Titl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0.xml><?xml version="1.0" encoding="utf-8"?>
<p:tagLst xmlns:a="http://schemas.openxmlformats.org/drawingml/2006/main" xmlns:r="http://schemas.openxmlformats.org/officeDocument/2006/relationships" xmlns:p="http://schemas.openxmlformats.org/presentationml/2006/main">
  <p:tag name="SHAPENAME" val="5. Source"/>
</p:tagLst>
</file>

<file path=ppt/tags/tag3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7.xml><?xml version="1.0" encoding="utf-8"?>
<p:tagLst xmlns:a="http://schemas.openxmlformats.org/drawingml/2006/main" xmlns:r="http://schemas.openxmlformats.org/officeDocument/2006/relationships" xmlns:p="http://schemas.openxmlformats.org/presentationml/2006/main">
  <p:tag name="SHAPENAME" val="5. Source"/>
</p:tagLst>
</file>

<file path=ppt/tags/tag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4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3.xml><?xml version="1.0" encoding="utf-8"?>
<p:tagLst xmlns:a="http://schemas.openxmlformats.org/drawingml/2006/main" xmlns:r="http://schemas.openxmlformats.org/officeDocument/2006/relationships" xmlns:p="http://schemas.openxmlformats.org/presentationml/2006/main">
  <p:tag name="SHAPENAME" val="5. Source"/>
</p:tagLst>
</file>

<file path=ppt/tags/tag4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9.xml><?xml version="1.0" encoding="utf-8"?>
<p:tagLst xmlns:a="http://schemas.openxmlformats.org/drawingml/2006/main" xmlns:r="http://schemas.openxmlformats.org/officeDocument/2006/relationships" xmlns:p="http://schemas.openxmlformats.org/presentationml/2006/main">
  <p:tag name="SHAPENAME" val="5. Source"/>
</p:tagLst>
</file>

<file path=ppt/tags/tag5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5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xml><?xml version="1.0" encoding="utf-8"?>
<p:tagLst xmlns:a="http://schemas.openxmlformats.org/drawingml/2006/main" xmlns:r="http://schemas.openxmlformats.org/officeDocument/2006/relationships" xmlns:p="http://schemas.openxmlformats.org/presentationml/2006/main">
  <p:tag name="SHAPENAME" val="5. Source"/>
</p:tagLst>
</file>

<file path=ppt/tags/tag5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6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3.xml><?xml version="1.0" encoding="utf-8"?>
<p:tagLst xmlns:a="http://schemas.openxmlformats.org/drawingml/2006/main" xmlns:r="http://schemas.openxmlformats.org/officeDocument/2006/relationships" xmlns:p="http://schemas.openxmlformats.org/presentationml/2006/main">
  <p:tag name="SHAPENAME" val="3. Subtitle"/>
</p:tagLst>
</file>

<file path=ppt/tags/tag64.xml><?xml version="1.0" encoding="utf-8"?>
<p:tagLst xmlns:a="http://schemas.openxmlformats.org/drawingml/2006/main" xmlns:r="http://schemas.openxmlformats.org/officeDocument/2006/relationships" xmlns:p="http://schemas.openxmlformats.org/presentationml/2006/main">
  <p:tag name="SHAPENAME" val="5. Source"/>
</p:tagLst>
</file>

<file path=ppt/tags/tag6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6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1.xml><?xml version="1.0" encoding="utf-8"?>
<p:tagLst xmlns:a="http://schemas.openxmlformats.org/drawingml/2006/main" xmlns:r="http://schemas.openxmlformats.org/officeDocument/2006/relationships" xmlns:p="http://schemas.openxmlformats.org/presentationml/2006/main">
  <p:tag name="SHAPENAME" val="3. Subtitle"/>
</p:tagLst>
</file>

<file path=ppt/tags/tag72.xml><?xml version="1.0" encoding="utf-8"?>
<p:tagLst xmlns:a="http://schemas.openxmlformats.org/drawingml/2006/main" xmlns:r="http://schemas.openxmlformats.org/officeDocument/2006/relationships" xmlns:p="http://schemas.openxmlformats.org/presentationml/2006/main">
  <p:tag name="SHAPENAME" val="5. Source"/>
</p:tagLst>
</file>

<file path=ppt/tags/tag7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7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9.xml><?xml version="1.0" encoding="utf-8"?>
<p:tagLst xmlns:a="http://schemas.openxmlformats.org/drawingml/2006/main" xmlns:r="http://schemas.openxmlformats.org/officeDocument/2006/relationships" xmlns:p="http://schemas.openxmlformats.org/presentationml/2006/main">
  <p:tag name="SHAPENAME" val="3. Subtitle"/>
</p:tagLst>
</file>

<file path=ppt/tags/tag80.xml><?xml version="1.0" encoding="utf-8"?>
<p:tagLst xmlns:a="http://schemas.openxmlformats.org/drawingml/2006/main" xmlns:r="http://schemas.openxmlformats.org/officeDocument/2006/relationships" xmlns:p="http://schemas.openxmlformats.org/presentationml/2006/main">
  <p:tag name="SHAPENAME" val="5. Source"/>
</p:tagLst>
</file>

<file path=ppt/tags/tag8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8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7.xml><?xml version="1.0" encoding="utf-8"?>
<p:tagLst xmlns:a="http://schemas.openxmlformats.org/drawingml/2006/main" xmlns:r="http://schemas.openxmlformats.org/officeDocument/2006/relationships" xmlns:p="http://schemas.openxmlformats.org/presentationml/2006/main">
  <p:tag name="SHAPENAME" val="3. Subtitle"/>
</p:tagLst>
</file>

<file path=ppt/tags/tag88.xml><?xml version="1.0" encoding="utf-8"?>
<p:tagLst xmlns:a="http://schemas.openxmlformats.org/drawingml/2006/main" xmlns:r="http://schemas.openxmlformats.org/officeDocument/2006/relationships" xmlns:p="http://schemas.openxmlformats.org/presentationml/2006/main">
  <p:tag name="SHAPENAME" val="5. Source"/>
</p:tagLst>
</file>

<file path=ppt/tags/tag8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9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5.xml><?xml version="1.0" encoding="utf-8"?>
<p:tagLst xmlns:a="http://schemas.openxmlformats.org/drawingml/2006/main" xmlns:r="http://schemas.openxmlformats.org/officeDocument/2006/relationships" xmlns:p="http://schemas.openxmlformats.org/presentationml/2006/main">
  <p:tag name="SHAPENAME" val="3. Subtitle"/>
</p:tagLst>
</file>

<file path=ppt/tags/tag96.xml><?xml version="1.0" encoding="utf-8"?>
<p:tagLst xmlns:a="http://schemas.openxmlformats.org/drawingml/2006/main" xmlns:r="http://schemas.openxmlformats.org/officeDocument/2006/relationships" xmlns:p="http://schemas.openxmlformats.org/presentationml/2006/main">
  <p:tag name="SHAPENAME" val="5. Source"/>
</p:tagLst>
</file>

<file path=ppt/tags/tag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4.xml><?xml version="1.0" encoding="utf-8"?>
<p:tagLst xmlns:a="http://schemas.openxmlformats.org/drawingml/2006/main" xmlns:r="http://schemas.openxmlformats.org/officeDocument/2006/relationships" xmlns:p="http://schemas.openxmlformats.org/presentationml/2006/main">
  <p:tag name="SHAPENAME" val="5. Source"/>
</p:tagLst>
</file>

<file path=ppt/tags/tag10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1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0.xml><?xml version="1.0" encoding="utf-8"?>
<p:tagLst xmlns:a="http://schemas.openxmlformats.org/drawingml/2006/main" xmlns:r="http://schemas.openxmlformats.org/officeDocument/2006/relationships" xmlns:p="http://schemas.openxmlformats.org/presentationml/2006/main">
  <p:tag name="SHAPENAME" val="5. Source"/>
</p:tagLst>
</file>

<file path=ppt/tags/tag12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2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6.xml><?xml version="1.0" encoding="utf-8"?>
<p:tagLst xmlns:a="http://schemas.openxmlformats.org/drawingml/2006/main" xmlns:r="http://schemas.openxmlformats.org/officeDocument/2006/relationships" xmlns:p="http://schemas.openxmlformats.org/presentationml/2006/main">
  <p:tag name="SHAPENAME" val="5. Source"/>
</p:tagLst>
</file>

<file path=ppt/tags/tag1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0.xml><?xml version="1.0" encoding="utf-8"?>
<p:tagLst xmlns:a="http://schemas.openxmlformats.org/drawingml/2006/main" xmlns:r="http://schemas.openxmlformats.org/officeDocument/2006/relationships" xmlns:p="http://schemas.openxmlformats.org/presentationml/2006/main">
  <p:tag name="SHAPENAME" val="5. Source"/>
</p:tagLst>
</file>

<file path=ppt/tags/tag13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SHAPENAME" val="5. Sourc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fhysmWPURty5BRNdptBjTQ"/>
</p:tagLst>
</file>

<file path=ppt/tags/tag13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0.xml><?xml version="1.0" encoding="utf-8"?>
<p:tagLst xmlns:a="http://schemas.openxmlformats.org/drawingml/2006/main" xmlns:r="http://schemas.openxmlformats.org/officeDocument/2006/relationships" xmlns:p="http://schemas.openxmlformats.org/presentationml/2006/main">
  <p:tag name="SHAPENAME" val="5. Sourc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fhysmWPURty5BRNdptBjTQ"/>
</p:tagLst>
</file>

<file path=ppt/tags/tag14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7.xml><?xml version="1.0" encoding="utf-8"?>
<p:tagLst xmlns:a="http://schemas.openxmlformats.org/drawingml/2006/main" xmlns:r="http://schemas.openxmlformats.org/officeDocument/2006/relationships" xmlns:p="http://schemas.openxmlformats.org/presentationml/2006/main">
  <p:tag name="SHAPENAME" val="5. Sourc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5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4.xml><?xml version="1.0" encoding="utf-8"?>
<p:tagLst xmlns:a="http://schemas.openxmlformats.org/drawingml/2006/main" xmlns:r="http://schemas.openxmlformats.org/officeDocument/2006/relationships" xmlns:p="http://schemas.openxmlformats.org/presentationml/2006/main">
  <p:tag name="SHAPENAME" val="5. Source"/>
</p:tagLst>
</file>

<file path=ppt/tags/tag15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0.xml><?xml version="1.0" encoding="utf-8"?>
<p:tagLst xmlns:a="http://schemas.openxmlformats.org/drawingml/2006/main" xmlns:r="http://schemas.openxmlformats.org/officeDocument/2006/relationships" xmlns:p="http://schemas.openxmlformats.org/presentationml/2006/main">
  <p:tag name="SHAPENAME" val="5. Source"/>
</p:tagLst>
</file>

<file path=ppt/tags/tag1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68.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9.xml><?xml version="1.0" encoding="utf-8"?>
<p:tagLst xmlns:a="http://schemas.openxmlformats.org/drawingml/2006/main" xmlns:r="http://schemas.openxmlformats.org/officeDocument/2006/relationships" xmlns:p="http://schemas.openxmlformats.org/presentationml/2006/main">
  <p:tag name="SHAPENAME" val="5. Source"/>
</p:tagLst>
</file>

<file path=ppt/tags/tag17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7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7.xml><?xml version="1.0" encoding="utf-8"?>
<p:tagLst xmlns:a="http://schemas.openxmlformats.org/drawingml/2006/main" xmlns:r="http://schemas.openxmlformats.org/officeDocument/2006/relationships" xmlns:p="http://schemas.openxmlformats.org/presentationml/2006/main">
  <p:tag name="SHAPENAME" val="5. Source"/>
</p:tagLst>
</file>

<file path=ppt/tags/tag17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9.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White">
  <a:themeElements>
    <a:clrScheme name="Scheme1">
      <a:dk1>
        <a:srgbClr val="000000"/>
      </a:dk1>
      <a:lt1>
        <a:srgbClr val="FFFFFF"/>
      </a:lt1>
      <a:dk2>
        <a:srgbClr val="FFFFFF"/>
      </a:dk2>
      <a:lt2>
        <a:srgbClr val="FFFFFF"/>
      </a:lt2>
      <a:accent1>
        <a:srgbClr val="E60000"/>
      </a:accent1>
      <a:accent2>
        <a:srgbClr val="002345"/>
      </a:accent2>
      <a:accent3>
        <a:srgbClr val="651166"/>
      </a:accent3>
      <a:accent4>
        <a:srgbClr val="FBBB01"/>
      </a:accent4>
      <a:accent5>
        <a:srgbClr val="F36523"/>
      </a:accent5>
      <a:accent6>
        <a:srgbClr val="666577"/>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E60000"/>
        </a:accent1>
        <a:accent2>
          <a:srgbClr val="002345"/>
        </a:accent2>
        <a:accent3>
          <a:srgbClr val="651166"/>
        </a:accent3>
        <a:accent4>
          <a:srgbClr val="FBBB01"/>
        </a:accent4>
        <a:accent5>
          <a:srgbClr val="F36523"/>
        </a:accent5>
        <a:accent6>
          <a:srgbClr val="666577"/>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E7E6E6"/>
    </a:custClr>
    <a:custClr name="Custom Color7">
      <a:srgbClr val="44546A"/>
    </a:custClr>
  </a:custClrLst>
  <a:extLst>
    <a:ext uri="{05A4C25C-085E-4340-85A3-A5531E510DB2}">
      <thm15:themeFamily xmlns:thm15="http://schemas.microsoft.com/office/thememl/2012/main" name="4241RG template.potx" id="{85F68FD5-4341-43CC-A62B-A9CB187C382C}" vid="{71813F15-85B8-4576-A83A-1A4FB61BFDB9}"/>
    </a:ext>
  </a:extLst>
</a:theme>
</file>

<file path=ppt/theme/theme2.xml><?xml version="1.0" encoding="utf-8"?>
<a:theme xmlns:a="http://schemas.openxmlformats.org/drawingml/2006/main" name="Master layouts_Warm colour palette ">
  <a:themeElements>
    <a:clrScheme name="Custom 2">
      <a:dk1>
        <a:srgbClr val="002244"/>
      </a:dk1>
      <a:lt1>
        <a:srgbClr val="FFFFFF"/>
      </a:lt1>
      <a:dk2>
        <a:srgbClr val="919191"/>
      </a:dk2>
      <a:lt2>
        <a:srgbClr val="6C6C6C"/>
      </a:lt2>
      <a:accent1>
        <a:srgbClr val="651165"/>
      </a:accent1>
      <a:accent2>
        <a:srgbClr val="FF7900"/>
      </a:accent2>
      <a:accent3>
        <a:srgbClr val="E50000"/>
      </a:accent3>
      <a:accent4>
        <a:srgbClr val="656476"/>
      </a:accent4>
      <a:accent5>
        <a:srgbClr val="F4F4F4"/>
      </a:accent5>
      <a:accent6>
        <a:srgbClr val="E50000"/>
      </a:accent6>
      <a:hlink>
        <a:srgbClr val="7C7C7C"/>
      </a:hlink>
      <a:folHlink>
        <a:srgbClr val="A9A9A9"/>
      </a:folHlink>
    </a:clrScheme>
    <a:fontScheme name="173501_Fjord PPT Toolkit">
      <a:majorFont>
        <a:latin typeface="Graphik Semibold"/>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spPr>
      <a:bodyPr lIns="0" tIns="0" rIns="0" bIns="0" rtlCol="0" anchor="ctr">
        <a:noAutofit/>
      </a:bodyPr>
      <a:lstStyle>
        <a:defPPr algn="ctr">
          <a:defRPr sz="1200" dirty="0" smtClean="0">
            <a:solidFill>
              <a:schemeClr val="bg1"/>
            </a:solidFill>
            <a:latin typeface="Graphik Regular" charset="0"/>
            <a:ea typeface="Graphik Regular" charset="0"/>
            <a:cs typeface="Graphik Regular" charset="0"/>
          </a:defRPr>
        </a:defPPr>
      </a:lst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88900" indent="-88900" algn="l">
          <a:buFont typeface="Arial" panose="020B0604020202020204" pitchFamily="34" charset="0"/>
          <a:buChar char="•"/>
          <a:defRPr sz="1200" dirty="0" err="1" smtClean="0">
            <a:latin typeface="Arial" panose="020B0604020202020204" pitchFamily="34" charset="0"/>
            <a:cs typeface="Arial" panose="020B0604020202020204" pitchFamily="34" charset="0"/>
          </a:defRPr>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173501 - Fjord PPT Toolkit_Warm Palette_v1.potx" id="{71BFB7EA-B6D8-497A-8BD0-3220D00E35D9}" vid="{A00B53EF-3D59-41EC-8F38-E59966183228}"/>
    </a:ext>
  </a:extLst>
</a:theme>
</file>

<file path=ppt/theme/theme3.xml><?xml version="1.0" encoding="utf-8"?>
<a:theme xmlns:a="http://schemas.openxmlformats.org/drawingml/2006/main" name="3_Master layouts_Warm colour palette ">
  <a:themeElements>
    <a:clrScheme name="Custom 2">
      <a:dk1>
        <a:srgbClr val="002244"/>
      </a:dk1>
      <a:lt1>
        <a:srgbClr val="FFFFFF"/>
      </a:lt1>
      <a:dk2>
        <a:srgbClr val="919191"/>
      </a:dk2>
      <a:lt2>
        <a:srgbClr val="6C6C6C"/>
      </a:lt2>
      <a:accent1>
        <a:srgbClr val="651165"/>
      </a:accent1>
      <a:accent2>
        <a:srgbClr val="FF7900"/>
      </a:accent2>
      <a:accent3>
        <a:srgbClr val="E50000"/>
      </a:accent3>
      <a:accent4>
        <a:srgbClr val="656476"/>
      </a:accent4>
      <a:accent5>
        <a:srgbClr val="F4F4F4"/>
      </a:accent5>
      <a:accent6>
        <a:srgbClr val="E50000"/>
      </a:accent6>
      <a:hlink>
        <a:srgbClr val="7C7C7C"/>
      </a:hlink>
      <a:folHlink>
        <a:srgbClr val="A9A9A9"/>
      </a:folHlink>
    </a:clrScheme>
    <a:fontScheme name="173501_Fjord PPT Toolkit">
      <a:majorFont>
        <a:latin typeface="Graphik Semibold"/>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spPr>
      <a:bodyPr lIns="0" tIns="0" rIns="0" bIns="0" rtlCol="0" anchor="ctr">
        <a:noAutofit/>
      </a:bodyPr>
      <a:lstStyle>
        <a:defPPr algn="ctr">
          <a:defRPr sz="1200" dirty="0" smtClean="0">
            <a:solidFill>
              <a:schemeClr val="bg1"/>
            </a:solidFill>
            <a:latin typeface="Graphik Regular" charset="0"/>
            <a:ea typeface="Graphik Regular" charset="0"/>
            <a:cs typeface="Graphik Regular" charset="0"/>
          </a:defRPr>
        </a:defPPr>
      </a:lst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88900" indent="-88900" algn="l">
          <a:buFont typeface="Arial" panose="020B0604020202020204" pitchFamily="34" charset="0"/>
          <a:buChar char="•"/>
          <a:defRPr sz="1200" dirty="0" err="1" smtClean="0">
            <a:latin typeface="Arial" panose="020B0604020202020204" pitchFamily="34" charset="0"/>
            <a:cs typeface="Arial" panose="020B0604020202020204" pitchFamily="34" charset="0"/>
          </a:defRPr>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173501 - Fjord PPT Toolkit_Warm Palette_v1.potx" id="{71BFB7EA-B6D8-497A-8BD0-3220D00E35D9}" vid="{A00B53EF-3D59-41EC-8F38-E5996618322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85781b56-eb1f-4962-9042-aa8d7a376eb3">
      <Terms xmlns="http://schemas.microsoft.com/office/infopath/2007/PartnerControls"/>
    </lcf76f155ced4ddcb4097134ff3c332f>
    <TaxCatchAll xmlns="82755b2e-d0e6-4640-bbbb-e18f26dc2baf" xsi:nil="true"/>
    <DateAdded xmlns="85781b56-eb1f-4962-9042-aa8d7a376eb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26CFC10852C341B33C577E9D20ABCF" ma:contentTypeVersion="19" ma:contentTypeDescription="Create a new document." ma:contentTypeScope="" ma:versionID="a3bde05d8316119ba591701837c7d9d8">
  <xsd:schema xmlns:xsd="http://www.w3.org/2001/XMLSchema" xmlns:xs="http://www.w3.org/2001/XMLSchema" xmlns:p="http://schemas.microsoft.com/office/2006/metadata/properties" xmlns:ns1="http://schemas.microsoft.com/sharepoint/v3" xmlns:ns2="85781b56-eb1f-4962-9042-aa8d7a376eb3" xmlns:ns3="82755b2e-d0e6-4640-bbbb-e18f26dc2baf" targetNamespace="http://schemas.microsoft.com/office/2006/metadata/properties" ma:root="true" ma:fieldsID="ccfffc13530ae1fd11fc7e8ebd630c18" ns1:_="" ns2:_="" ns3:_="">
    <xsd:import namespace="http://schemas.microsoft.com/sharepoint/v3"/>
    <xsd:import namespace="85781b56-eb1f-4962-9042-aa8d7a376eb3"/>
    <xsd:import namespace="82755b2e-d0e6-4640-bbbb-e18f26dc2ba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MediaServiceLocation" minOccurs="0"/>
                <xsd:element ref="ns2:MediaServiceSearchProperties" minOccurs="0"/>
                <xsd:element ref="ns2:DateAdded"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781b56-eb1f-4962-9042-aa8d7a376e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513bff3-d298-4047-8d40-f85e022e535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DateAdded" ma:index="23" nillable="true" ma:displayName="Date Added" ma:format="DateOnly" ma:internalName="DateAdded">
      <xsd:simpleType>
        <xsd:restriction base="dms:DateTim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755b2e-d0e6-4640-bbbb-e18f26dc2ba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d1bf2a0-133c-4bad-ae9b-d03bf97db8e7}" ma:internalName="TaxCatchAll" ma:showField="CatchAllData" ma:web="82755b2e-d0e6-4640-bbbb-e18f26dc2baf">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C3C2B1-4D4C-4481-B9C9-C0F3227FCB67}">
  <ds:schemaRefs>
    <ds:schemaRef ds:uri="19f2df23-358d-420d-b6a0-c67c819c36d6"/>
    <ds:schemaRef ds:uri="3ca6f6ab-acf6-402b-bf25-4d4e05e64e78"/>
    <ds:schemaRef ds:uri="8ed98b2d-da0e-449b-854e-97686dc4b3df"/>
    <ds:schemaRef ds:uri="df3e5483-4438-45a4-98b9-d4c9e8348ad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D74D8D5-287A-4217-8CF9-81A503B2E36C}"/>
</file>

<file path=customXml/itemProps3.xml><?xml version="1.0" encoding="utf-8"?>
<ds:datastoreItem xmlns:ds="http://schemas.openxmlformats.org/officeDocument/2006/customXml" ds:itemID="{F507B879-110D-4A1A-B044-FE7E0CFF3F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918</Words>
  <Application>Microsoft Office PowerPoint</Application>
  <PresentationFormat>Widescreen</PresentationFormat>
  <Paragraphs>129</Paragraphs>
  <Slides>4</Slides>
  <Notes>2</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4</vt:i4>
      </vt:variant>
    </vt:vector>
  </HeadingPairs>
  <TitlesOfParts>
    <vt:vector size="17" baseType="lpstr">
      <vt:lpstr>Aptos</vt:lpstr>
      <vt:lpstr>Arial</vt:lpstr>
      <vt:lpstr>Calibri</vt:lpstr>
      <vt:lpstr>Courier New</vt:lpstr>
      <vt:lpstr>Georgia</vt:lpstr>
      <vt:lpstr>Graphik Regular</vt:lpstr>
      <vt:lpstr>Maax</vt:lpstr>
      <vt:lpstr>Segoe UI</vt:lpstr>
      <vt:lpstr>Wingdings</vt:lpstr>
      <vt:lpstr>White</vt:lpstr>
      <vt:lpstr>Master layouts_Warm colour palette </vt:lpstr>
      <vt:lpstr>3_Master layouts_Warm colour palette </vt:lpstr>
      <vt:lpstr>think-cell Slide</vt:lpstr>
      <vt:lpstr>Online support – VF – Fixed NBN</vt:lpstr>
      <vt:lpstr>EXAMPLEs</vt:lpstr>
      <vt:lpstr>Page details</vt:lpstr>
      <vt:lpstr>Comms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Rachel Onate</dc:creator>
  <cp:lastModifiedBy>Janelle Ogrin</cp:lastModifiedBy>
  <cp:revision>25</cp:revision>
  <dcterms:created xsi:type="dcterms:W3CDTF">2025-09-09T05:20:51Z</dcterms:created>
  <dcterms:modified xsi:type="dcterms:W3CDTF">2026-02-19T23:15:35Z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d9f76ac-c451-45d8-bdf0-9a412a8a92d4_Enabled">
    <vt:lpwstr>true</vt:lpwstr>
  </property>
  <property fmtid="{D5CDD505-2E9C-101B-9397-08002B2CF9AE}" pid="3" name="MSIP_Label_7d9f76ac-c451-45d8-bdf0-9a412a8a92d4_Method">
    <vt:lpwstr>Standard</vt:lpwstr>
  </property>
  <property fmtid="{D5CDD505-2E9C-101B-9397-08002B2CF9AE}" pid="4" name="MSIP_Label_7d9f76ac-c451-45d8-bdf0-9a412a8a92d4_Name">
    <vt:lpwstr>Confidential</vt:lpwstr>
  </property>
  <property fmtid="{D5CDD505-2E9C-101B-9397-08002B2CF9AE}" pid="5" name="MSIP_Label_7d9f76ac-c451-45d8-bdf0-9a412a8a92d4_SiteId">
    <vt:lpwstr>962eac56-3e0a-4f69-b806-ab958060d246</vt:lpwstr>
  </property>
  <property fmtid="{D5CDD505-2E9C-101B-9397-08002B2CF9AE}" pid="6" name="MSIP_Label_7d9f76ac-c451-45d8-bdf0-9a412a8a92d4_ActionId">
    <vt:lpwstr>cff19f61-758d-482b-8660-eec5b1869ed8</vt:lpwstr>
  </property>
  <property fmtid="{D5CDD505-2E9C-101B-9397-08002B2CF9AE}" pid="7" name="MSIP_Label_7d9f76ac-c451-45d8-bdf0-9a412a8a92d4_ContentBits">
    <vt:lpwstr>2</vt:lpwstr>
  </property>
  <property fmtid="{D5CDD505-2E9C-101B-9397-08002B2CF9AE}" pid="8" name="ClassificationContentMarkingFooterLocations">
    <vt:lpwstr>White:9\Master layouts_Warm colour palette :14</vt:lpwstr>
  </property>
  <property fmtid="{D5CDD505-2E9C-101B-9397-08002B2CF9AE}" pid="9" name="ClassificationContentMarkingFooterText">
    <vt:lpwstr>Confidential</vt:lpwstr>
  </property>
  <property fmtid="{D5CDD505-2E9C-101B-9397-08002B2CF9AE}" pid="10" name="ContentTypeId">
    <vt:lpwstr>0x0101000226CFC10852C341B33C577E9D20ABCF</vt:lpwstr>
  </property>
  <property fmtid="{D5CDD505-2E9C-101B-9397-08002B2CF9AE}" pid="11" name="MediaServiceImageTags">
    <vt:lpwstr/>
  </property>
  <property fmtid="{D5CDD505-2E9C-101B-9397-08002B2CF9AE}" pid="12" name="MSIP_Label_7d9f76ac-c451-45d8-bdf0-9a412a8a92d4_SetDate">
    <vt:lpwstr>2025-10-22T21:52:12Z</vt:lpwstr>
  </property>
  <property fmtid="{D5CDD505-2E9C-101B-9397-08002B2CF9AE}" pid="13" name="MSIP_Label_7d9f76ac-c451-45d8-bdf0-9a412a8a92d4_Tag">
    <vt:lpwstr>10, 3, 0, 2</vt:lpwstr>
  </property>
</Properties>
</file>